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25199975" cy="35999738"/>
  <p:notesSz cx="7315200" cy="9601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1338">
          <p15:clr>
            <a:srgbClr val="A4A3A4"/>
          </p15:clr>
        </p15:guide>
        <p15:guide id="2" pos="7938">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 roundtripDataSignature="AMtx7mg0ho7lGIhnIi4HbGhkr/X/+JtKf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25" d="100"/>
          <a:sy n="25" d="100"/>
        </p:scale>
        <p:origin x="1843" y="206"/>
      </p:cViewPr>
      <p:guideLst>
        <p:guide orient="horz" pos="11338"/>
        <p:guide pos="793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notesMaster" Target="notesMasters/notesMaster1.xml"/><Relationship Id="rId7" Type="http://customschemas.google.com/relationships/presentationmetadata" Target="metadata"/><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tableStyles" Target="tableStyles.xml"/><Relationship Id="rId10" Type="http://schemas.openxmlformats.org/officeDocument/2006/relationships/theme" Target="theme/theme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19425" y="720075"/>
            <a:ext cx="4877025"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a:spLocks noGrp="1" noRot="1" noChangeAspect="1"/>
          </p:cNvSpPr>
          <p:nvPr>
            <p:ph type="sldImg" idx="2"/>
          </p:nvPr>
        </p:nvSpPr>
        <p:spPr>
          <a:xfrm>
            <a:off x="2398713" y="719138"/>
            <a:ext cx="2520950" cy="36036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7" name="Google Shape;87;p1:notes"/>
          <p:cNvSpPr txBox="1">
            <a:spLocks noGrp="1"/>
          </p:cNvSpPr>
          <p:nvPr>
            <p:ph type="body" idx="1"/>
          </p:nvPr>
        </p:nvSpPr>
        <p:spPr>
          <a:xfrm>
            <a:off x="731838" y="4621213"/>
            <a:ext cx="5851525" cy="37798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020" b="0" i="0" u="none" strike="noStrike" cap="none" dirty="0">
              <a:solidFill>
                <a:schemeClr val="dk1"/>
              </a:solidFill>
              <a:latin typeface="Arial"/>
              <a:ea typeface="Arial"/>
              <a:cs typeface="Arial"/>
              <a:sym typeface="Arial"/>
            </a:endParaRPr>
          </a:p>
        </p:txBody>
      </p:sp>
      <p:sp>
        <p:nvSpPr>
          <p:cNvPr id="88" name="Google Shape;88;p1:notes"/>
          <p:cNvSpPr txBox="1">
            <a:spLocks noGrp="1"/>
          </p:cNvSpPr>
          <p:nvPr>
            <p:ph type="sldNum" idx="12"/>
          </p:nvPr>
        </p:nvSpPr>
        <p:spPr>
          <a:xfrm>
            <a:off x="4143375" y="9117013"/>
            <a:ext cx="3170238" cy="481012"/>
          </a:xfrm>
          <a:prstGeom prst="rect">
            <a:avLst/>
          </a:prstGeom>
          <a:noFill/>
          <a:ln>
            <a:noFill/>
          </a:ln>
        </p:spPr>
        <p:txBody>
          <a:bodyPr spcFirstLastPara="1" wrap="square" lIns="29925" tIns="14950" rIns="29925" bIns="14950" anchor="b" anchorCtr="0">
            <a:noAutofit/>
          </a:bodyPr>
          <a:lstStyle/>
          <a:p>
            <a:pPr marL="0" marR="0" lvl="0" indent="0" algn="r" rtl="0">
              <a:lnSpc>
                <a:spcPct val="100000"/>
              </a:lnSpc>
              <a:spcBef>
                <a:spcPts val="0"/>
              </a:spcBef>
              <a:spcAft>
                <a:spcPts val="0"/>
              </a:spcAft>
              <a:buClr>
                <a:schemeClr val="dk1"/>
              </a:buClr>
              <a:buSzPts val="6300"/>
              <a:buFont typeface="Arial"/>
              <a:buNone/>
            </a:pPr>
            <a:fld id="{00000000-1234-1234-1234-123412341234}" type="slidenum">
              <a:rPr lang="es-CO" sz="6300" b="0" i="0" u="none" strike="noStrike" cap="none">
                <a:solidFill>
                  <a:schemeClr val="dk1"/>
                </a:solidFill>
                <a:latin typeface="Arial"/>
                <a:ea typeface="Arial"/>
                <a:cs typeface="Arial"/>
                <a:sym typeface="Arial"/>
              </a:rPr>
              <a:t>1</a:t>
            </a:fld>
            <a:endParaRPr sz="400" b="0" i="0" u="none" strike="noStrike" cap="none">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1259443" y="1441949"/>
            <a:ext cx="22681089" cy="599929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3" name="Google Shape;13;p3"/>
          <p:cNvSpPr txBox="1">
            <a:spLocks noGrp="1"/>
          </p:cNvSpPr>
          <p:nvPr>
            <p:ph type="dt" idx="10"/>
          </p:nvPr>
        </p:nvSpPr>
        <p:spPr>
          <a:xfrm>
            <a:off x="1731963" y="33366075"/>
            <a:ext cx="5670550" cy="19177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3"/>
          <p:cNvSpPr txBox="1">
            <a:spLocks noGrp="1"/>
          </p:cNvSpPr>
          <p:nvPr>
            <p:ph type="ftr" idx="11"/>
          </p:nvPr>
        </p:nvSpPr>
        <p:spPr>
          <a:xfrm>
            <a:off x="8347075" y="33366075"/>
            <a:ext cx="8505825" cy="19177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3"/>
          <p:cNvSpPr txBox="1">
            <a:spLocks noGrp="1"/>
          </p:cNvSpPr>
          <p:nvPr>
            <p:ph type="sldNum" idx="12"/>
          </p:nvPr>
        </p:nvSpPr>
        <p:spPr>
          <a:xfrm>
            <a:off x="17797463" y="33366075"/>
            <a:ext cx="5670550" cy="19177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sz="13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6"/>
        <p:cNvGrpSpPr/>
        <p:nvPr/>
      </p:nvGrpSpPr>
      <p:grpSpPr>
        <a:xfrm>
          <a:off x="0" y="0"/>
          <a:ext cx="0" cy="0"/>
          <a:chOff x="0" y="0"/>
          <a:chExt cx="0" cy="0"/>
        </a:xfrm>
      </p:grpSpPr>
      <p:sp>
        <p:nvSpPr>
          <p:cNvPr id="17" name="Google Shape;17;p4"/>
          <p:cNvSpPr txBox="1">
            <a:spLocks noGrp="1"/>
          </p:cNvSpPr>
          <p:nvPr>
            <p:ph type="ctrTitle"/>
          </p:nvPr>
        </p:nvSpPr>
        <p:spPr>
          <a:xfrm>
            <a:off x="1889998" y="5891626"/>
            <a:ext cx="21419979" cy="12533242"/>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16535"/>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8" name="Google Shape;18;p4"/>
          <p:cNvSpPr txBox="1">
            <a:spLocks noGrp="1"/>
          </p:cNvSpPr>
          <p:nvPr>
            <p:ph type="subTitle" idx="1"/>
          </p:nvPr>
        </p:nvSpPr>
        <p:spPr>
          <a:xfrm>
            <a:off x="3149997" y="18908198"/>
            <a:ext cx="18899981" cy="8691601"/>
          </a:xfrm>
          <a:prstGeom prst="rect">
            <a:avLst/>
          </a:prstGeom>
          <a:noFill/>
          <a:ln>
            <a:noFill/>
          </a:ln>
        </p:spPr>
        <p:txBody>
          <a:bodyPr spcFirstLastPara="1" wrap="square" lIns="91425" tIns="45700" rIns="91425" bIns="45700" anchor="t" anchorCtr="0">
            <a:noAutofit/>
          </a:bodyPr>
          <a:lstStyle>
            <a:lvl1pPr lvl="0" algn="ctr">
              <a:lnSpc>
                <a:spcPct val="90000"/>
              </a:lnSpc>
              <a:spcBef>
                <a:spcPts val="2750"/>
              </a:spcBef>
              <a:spcAft>
                <a:spcPts val="0"/>
              </a:spcAft>
              <a:buClr>
                <a:schemeClr val="dk1"/>
              </a:buClr>
              <a:buSzPts val="6614"/>
              <a:buNone/>
              <a:defRPr sz="6614"/>
            </a:lvl1pPr>
            <a:lvl2pPr lvl="1" algn="ctr">
              <a:lnSpc>
                <a:spcPct val="90000"/>
              </a:lnSpc>
              <a:spcBef>
                <a:spcPts val="1375"/>
              </a:spcBef>
              <a:spcAft>
                <a:spcPts val="0"/>
              </a:spcAft>
              <a:buClr>
                <a:schemeClr val="dk1"/>
              </a:buClr>
              <a:buSzPts val="5512"/>
              <a:buNone/>
              <a:defRPr sz="5512"/>
            </a:lvl2pPr>
            <a:lvl3pPr lvl="2" algn="ctr">
              <a:lnSpc>
                <a:spcPct val="90000"/>
              </a:lnSpc>
              <a:spcBef>
                <a:spcPts val="1375"/>
              </a:spcBef>
              <a:spcAft>
                <a:spcPts val="0"/>
              </a:spcAft>
              <a:buClr>
                <a:schemeClr val="dk1"/>
              </a:buClr>
              <a:buSzPts val="4961"/>
              <a:buNone/>
              <a:defRPr sz="4961"/>
            </a:lvl3pPr>
            <a:lvl4pPr lvl="3" algn="ctr">
              <a:lnSpc>
                <a:spcPct val="90000"/>
              </a:lnSpc>
              <a:spcBef>
                <a:spcPts val="1375"/>
              </a:spcBef>
              <a:spcAft>
                <a:spcPts val="0"/>
              </a:spcAft>
              <a:buClr>
                <a:schemeClr val="dk1"/>
              </a:buClr>
              <a:buSzPts val="4409"/>
              <a:buNone/>
              <a:defRPr sz="4409"/>
            </a:lvl4pPr>
            <a:lvl5pPr lvl="4" algn="ctr">
              <a:lnSpc>
                <a:spcPct val="90000"/>
              </a:lnSpc>
              <a:spcBef>
                <a:spcPts val="1375"/>
              </a:spcBef>
              <a:spcAft>
                <a:spcPts val="0"/>
              </a:spcAft>
              <a:buClr>
                <a:schemeClr val="dk1"/>
              </a:buClr>
              <a:buSzPts val="4409"/>
              <a:buNone/>
              <a:defRPr sz="4409"/>
            </a:lvl5pPr>
            <a:lvl6pPr lvl="5" algn="ctr">
              <a:lnSpc>
                <a:spcPct val="90000"/>
              </a:lnSpc>
              <a:spcBef>
                <a:spcPts val="1378"/>
              </a:spcBef>
              <a:spcAft>
                <a:spcPts val="0"/>
              </a:spcAft>
              <a:buClr>
                <a:schemeClr val="dk1"/>
              </a:buClr>
              <a:buSzPts val="4409"/>
              <a:buNone/>
              <a:defRPr sz="4409"/>
            </a:lvl6pPr>
            <a:lvl7pPr lvl="6" algn="ctr">
              <a:lnSpc>
                <a:spcPct val="90000"/>
              </a:lnSpc>
              <a:spcBef>
                <a:spcPts val="1378"/>
              </a:spcBef>
              <a:spcAft>
                <a:spcPts val="0"/>
              </a:spcAft>
              <a:buClr>
                <a:schemeClr val="dk1"/>
              </a:buClr>
              <a:buSzPts val="4409"/>
              <a:buNone/>
              <a:defRPr sz="4409"/>
            </a:lvl7pPr>
            <a:lvl8pPr lvl="7" algn="ctr">
              <a:lnSpc>
                <a:spcPct val="90000"/>
              </a:lnSpc>
              <a:spcBef>
                <a:spcPts val="1378"/>
              </a:spcBef>
              <a:spcAft>
                <a:spcPts val="0"/>
              </a:spcAft>
              <a:buClr>
                <a:schemeClr val="dk1"/>
              </a:buClr>
              <a:buSzPts val="4409"/>
              <a:buNone/>
              <a:defRPr sz="4409"/>
            </a:lvl8pPr>
            <a:lvl9pPr lvl="8" algn="ctr">
              <a:lnSpc>
                <a:spcPct val="90000"/>
              </a:lnSpc>
              <a:spcBef>
                <a:spcPts val="1378"/>
              </a:spcBef>
              <a:spcAft>
                <a:spcPts val="0"/>
              </a:spcAft>
              <a:buClr>
                <a:schemeClr val="dk1"/>
              </a:buClr>
              <a:buSzPts val="4409"/>
              <a:buNone/>
              <a:defRPr sz="4409"/>
            </a:lvl9pPr>
          </a:lstStyle>
          <a:p>
            <a:endParaRPr/>
          </a:p>
        </p:txBody>
      </p:sp>
      <p:sp>
        <p:nvSpPr>
          <p:cNvPr id="19" name="Google Shape;19;p4"/>
          <p:cNvSpPr txBox="1">
            <a:spLocks noGrp="1"/>
          </p:cNvSpPr>
          <p:nvPr>
            <p:ph type="dt" idx="10"/>
          </p:nvPr>
        </p:nvSpPr>
        <p:spPr>
          <a:xfrm>
            <a:off x="1731963" y="33366075"/>
            <a:ext cx="5670550" cy="19177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4"/>
          <p:cNvSpPr txBox="1">
            <a:spLocks noGrp="1"/>
          </p:cNvSpPr>
          <p:nvPr>
            <p:ph type="ftr" idx="11"/>
          </p:nvPr>
        </p:nvSpPr>
        <p:spPr>
          <a:xfrm>
            <a:off x="8347075" y="33366075"/>
            <a:ext cx="8505825" cy="19177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4"/>
          <p:cNvSpPr txBox="1">
            <a:spLocks noGrp="1"/>
          </p:cNvSpPr>
          <p:nvPr>
            <p:ph type="sldNum" idx="12"/>
          </p:nvPr>
        </p:nvSpPr>
        <p:spPr>
          <a:xfrm>
            <a:off x="17797463" y="33366075"/>
            <a:ext cx="5670550" cy="19177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sz="13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2"/>
        <p:cNvGrpSpPr/>
        <p:nvPr/>
      </p:nvGrpSpPr>
      <p:grpSpPr>
        <a:xfrm>
          <a:off x="0" y="0"/>
          <a:ext cx="0" cy="0"/>
          <a:chOff x="0" y="0"/>
          <a:chExt cx="0" cy="0"/>
        </a:xfrm>
      </p:grpSpPr>
      <p:sp>
        <p:nvSpPr>
          <p:cNvPr id="23" name="Google Shape;23;p5"/>
          <p:cNvSpPr txBox="1">
            <a:spLocks noGrp="1"/>
          </p:cNvSpPr>
          <p:nvPr>
            <p:ph type="title"/>
          </p:nvPr>
        </p:nvSpPr>
        <p:spPr>
          <a:xfrm>
            <a:off x="1731963" y="1916113"/>
            <a:ext cx="21736050" cy="69596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4" name="Google Shape;24;p5"/>
          <p:cNvSpPr txBox="1">
            <a:spLocks noGrp="1"/>
          </p:cNvSpPr>
          <p:nvPr>
            <p:ph type="body" idx="1"/>
          </p:nvPr>
        </p:nvSpPr>
        <p:spPr>
          <a:xfrm>
            <a:off x="1731963" y="9583738"/>
            <a:ext cx="21736050" cy="2284095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2750"/>
              </a:spcBef>
              <a:spcAft>
                <a:spcPts val="0"/>
              </a:spcAft>
              <a:buClr>
                <a:schemeClr val="dk1"/>
              </a:buClr>
              <a:buSzPts val="1800"/>
              <a:buChar char="•"/>
              <a:defRPr/>
            </a:lvl1pPr>
            <a:lvl2pPr marL="914400" lvl="1" indent="-342900" algn="l">
              <a:lnSpc>
                <a:spcPct val="90000"/>
              </a:lnSpc>
              <a:spcBef>
                <a:spcPts val="1375"/>
              </a:spcBef>
              <a:spcAft>
                <a:spcPts val="0"/>
              </a:spcAft>
              <a:buClr>
                <a:schemeClr val="dk1"/>
              </a:buClr>
              <a:buSzPts val="1800"/>
              <a:buChar char="•"/>
              <a:defRPr/>
            </a:lvl2pPr>
            <a:lvl3pPr marL="1371600" lvl="2" indent="-342900" algn="l">
              <a:lnSpc>
                <a:spcPct val="90000"/>
              </a:lnSpc>
              <a:spcBef>
                <a:spcPts val="1375"/>
              </a:spcBef>
              <a:spcAft>
                <a:spcPts val="0"/>
              </a:spcAft>
              <a:buClr>
                <a:schemeClr val="dk1"/>
              </a:buClr>
              <a:buSzPts val="1800"/>
              <a:buChar char="•"/>
              <a:defRPr/>
            </a:lvl3pPr>
            <a:lvl4pPr marL="1828800" lvl="3" indent="-342900" algn="l">
              <a:lnSpc>
                <a:spcPct val="90000"/>
              </a:lnSpc>
              <a:spcBef>
                <a:spcPts val="1375"/>
              </a:spcBef>
              <a:spcAft>
                <a:spcPts val="0"/>
              </a:spcAft>
              <a:buClr>
                <a:schemeClr val="dk1"/>
              </a:buClr>
              <a:buSzPts val="1800"/>
              <a:buChar char="•"/>
              <a:defRPr/>
            </a:lvl4pPr>
            <a:lvl5pPr marL="2286000" lvl="4" indent="-342900" algn="l">
              <a:lnSpc>
                <a:spcPct val="90000"/>
              </a:lnSpc>
              <a:spcBef>
                <a:spcPts val="1375"/>
              </a:spcBef>
              <a:spcAft>
                <a:spcPts val="0"/>
              </a:spcAft>
              <a:buClr>
                <a:schemeClr val="dk1"/>
              </a:buClr>
              <a:buSzPts val="1800"/>
              <a:buChar char="•"/>
              <a:defRPr/>
            </a:lvl5pPr>
            <a:lvl6pPr marL="2743200" lvl="5" indent="-342900" algn="l">
              <a:lnSpc>
                <a:spcPct val="90000"/>
              </a:lnSpc>
              <a:spcBef>
                <a:spcPts val="1378"/>
              </a:spcBef>
              <a:spcAft>
                <a:spcPts val="0"/>
              </a:spcAft>
              <a:buClr>
                <a:schemeClr val="dk1"/>
              </a:buClr>
              <a:buSzPts val="1800"/>
              <a:buChar char="•"/>
              <a:defRPr/>
            </a:lvl6pPr>
            <a:lvl7pPr marL="3200400" lvl="6" indent="-342900" algn="l">
              <a:lnSpc>
                <a:spcPct val="90000"/>
              </a:lnSpc>
              <a:spcBef>
                <a:spcPts val="1378"/>
              </a:spcBef>
              <a:spcAft>
                <a:spcPts val="0"/>
              </a:spcAft>
              <a:buClr>
                <a:schemeClr val="dk1"/>
              </a:buClr>
              <a:buSzPts val="1800"/>
              <a:buChar char="•"/>
              <a:defRPr/>
            </a:lvl7pPr>
            <a:lvl8pPr marL="3657600" lvl="7" indent="-342900" algn="l">
              <a:lnSpc>
                <a:spcPct val="90000"/>
              </a:lnSpc>
              <a:spcBef>
                <a:spcPts val="1378"/>
              </a:spcBef>
              <a:spcAft>
                <a:spcPts val="0"/>
              </a:spcAft>
              <a:buClr>
                <a:schemeClr val="dk1"/>
              </a:buClr>
              <a:buSzPts val="1800"/>
              <a:buChar char="•"/>
              <a:defRPr/>
            </a:lvl8pPr>
            <a:lvl9pPr marL="4114800" lvl="8" indent="-342900" algn="l">
              <a:lnSpc>
                <a:spcPct val="90000"/>
              </a:lnSpc>
              <a:spcBef>
                <a:spcPts val="1378"/>
              </a:spcBef>
              <a:spcAft>
                <a:spcPts val="0"/>
              </a:spcAft>
              <a:buClr>
                <a:schemeClr val="dk1"/>
              </a:buClr>
              <a:buSzPts val="1800"/>
              <a:buChar char="•"/>
              <a:defRPr/>
            </a:lvl9pPr>
          </a:lstStyle>
          <a:p>
            <a:endParaRPr/>
          </a:p>
        </p:txBody>
      </p:sp>
      <p:sp>
        <p:nvSpPr>
          <p:cNvPr id="25" name="Google Shape;25;p5"/>
          <p:cNvSpPr txBox="1">
            <a:spLocks noGrp="1"/>
          </p:cNvSpPr>
          <p:nvPr>
            <p:ph type="dt" idx="10"/>
          </p:nvPr>
        </p:nvSpPr>
        <p:spPr>
          <a:xfrm>
            <a:off x="1731963" y="33366075"/>
            <a:ext cx="5670550" cy="19177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5"/>
          <p:cNvSpPr txBox="1">
            <a:spLocks noGrp="1"/>
          </p:cNvSpPr>
          <p:nvPr>
            <p:ph type="ftr" idx="11"/>
          </p:nvPr>
        </p:nvSpPr>
        <p:spPr>
          <a:xfrm>
            <a:off x="8347075" y="33366075"/>
            <a:ext cx="8505825" cy="19177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5"/>
          <p:cNvSpPr txBox="1">
            <a:spLocks noGrp="1"/>
          </p:cNvSpPr>
          <p:nvPr>
            <p:ph type="sldNum" idx="12"/>
          </p:nvPr>
        </p:nvSpPr>
        <p:spPr>
          <a:xfrm>
            <a:off x="17797463" y="33366075"/>
            <a:ext cx="5670550" cy="19177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sz="13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1719375" y="8974945"/>
            <a:ext cx="21734978" cy="14974888"/>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16535"/>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0" name="Google Shape;30;p6"/>
          <p:cNvSpPr txBox="1">
            <a:spLocks noGrp="1"/>
          </p:cNvSpPr>
          <p:nvPr>
            <p:ph type="body" idx="1"/>
          </p:nvPr>
        </p:nvSpPr>
        <p:spPr>
          <a:xfrm>
            <a:off x="1719375" y="24091502"/>
            <a:ext cx="21734978" cy="787494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2750"/>
              </a:spcBef>
              <a:spcAft>
                <a:spcPts val="0"/>
              </a:spcAft>
              <a:buClr>
                <a:schemeClr val="dk1"/>
              </a:buClr>
              <a:buSzPts val="6614"/>
              <a:buNone/>
              <a:defRPr sz="6614">
                <a:solidFill>
                  <a:schemeClr val="dk1"/>
                </a:solidFill>
              </a:defRPr>
            </a:lvl1pPr>
            <a:lvl2pPr marL="914400" lvl="1" indent="-228600" algn="l">
              <a:lnSpc>
                <a:spcPct val="90000"/>
              </a:lnSpc>
              <a:spcBef>
                <a:spcPts val="1375"/>
              </a:spcBef>
              <a:spcAft>
                <a:spcPts val="0"/>
              </a:spcAft>
              <a:buClr>
                <a:srgbClr val="888888"/>
              </a:buClr>
              <a:buSzPts val="5512"/>
              <a:buNone/>
              <a:defRPr sz="5512">
                <a:solidFill>
                  <a:srgbClr val="888888"/>
                </a:solidFill>
              </a:defRPr>
            </a:lvl2pPr>
            <a:lvl3pPr marL="1371600" lvl="2" indent="-228600" algn="l">
              <a:lnSpc>
                <a:spcPct val="90000"/>
              </a:lnSpc>
              <a:spcBef>
                <a:spcPts val="1375"/>
              </a:spcBef>
              <a:spcAft>
                <a:spcPts val="0"/>
              </a:spcAft>
              <a:buClr>
                <a:srgbClr val="888888"/>
              </a:buClr>
              <a:buSzPts val="4961"/>
              <a:buNone/>
              <a:defRPr sz="4961">
                <a:solidFill>
                  <a:srgbClr val="888888"/>
                </a:solidFill>
              </a:defRPr>
            </a:lvl3pPr>
            <a:lvl4pPr marL="1828800" lvl="3" indent="-228600" algn="l">
              <a:lnSpc>
                <a:spcPct val="90000"/>
              </a:lnSpc>
              <a:spcBef>
                <a:spcPts val="1375"/>
              </a:spcBef>
              <a:spcAft>
                <a:spcPts val="0"/>
              </a:spcAft>
              <a:buClr>
                <a:srgbClr val="888888"/>
              </a:buClr>
              <a:buSzPts val="4409"/>
              <a:buNone/>
              <a:defRPr sz="4409">
                <a:solidFill>
                  <a:srgbClr val="888888"/>
                </a:solidFill>
              </a:defRPr>
            </a:lvl4pPr>
            <a:lvl5pPr marL="2286000" lvl="4" indent="-228600" algn="l">
              <a:lnSpc>
                <a:spcPct val="90000"/>
              </a:lnSpc>
              <a:spcBef>
                <a:spcPts val="1375"/>
              </a:spcBef>
              <a:spcAft>
                <a:spcPts val="0"/>
              </a:spcAft>
              <a:buClr>
                <a:srgbClr val="888888"/>
              </a:buClr>
              <a:buSzPts val="4409"/>
              <a:buNone/>
              <a:defRPr sz="4409">
                <a:solidFill>
                  <a:srgbClr val="888888"/>
                </a:solidFill>
              </a:defRPr>
            </a:lvl5pPr>
            <a:lvl6pPr marL="2743200" lvl="5" indent="-228600" algn="l">
              <a:lnSpc>
                <a:spcPct val="90000"/>
              </a:lnSpc>
              <a:spcBef>
                <a:spcPts val="1378"/>
              </a:spcBef>
              <a:spcAft>
                <a:spcPts val="0"/>
              </a:spcAft>
              <a:buClr>
                <a:srgbClr val="888888"/>
              </a:buClr>
              <a:buSzPts val="4409"/>
              <a:buNone/>
              <a:defRPr sz="4409">
                <a:solidFill>
                  <a:srgbClr val="888888"/>
                </a:solidFill>
              </a:defRPr>
            </a:lvl6pPr>
            <a:lvl7pPr marL="3200400" lvl="6" indent="-228600" algn="l">
              <a:lnSpc>
                <a:spcPct val="90000"/>
              </a:lnSpc>
              <a:spcBef>
                <a:spcPts val="1378"/>
              </a:spcBef>
              <a:spcAft>
                <a:spcPts val="0"/>
              </a:spcAft>
              <a:buClr>
                <a:srgbClr val="888888"/>
              </a:buClr>
              <a:buSzPts val="4409"/>
              <a:buNone/>
              <a:defRPr sz="4409">
                <a:solidFill>
                  <a:srgbClr val="888888"/>
                </a:solidFill>
              </a:defRPr>
            </a:lvl7pPr>
            <a:lvl8pPr marL="3657600" lvl="7" indent="-228600" algn="l">
              <a:lnSpc>
                <a:spcPct val="90000"/>
              </a:lnSpc>
              <a:spcBef>
                <a:spcPts val="1378"/>
              </a:spcBef>
              <a:spcAft>
                <a:spcPts val="0"/>
              </a:spcAft>
              <a:buClr>
                <a:srgbClr val="888888"/>
              </a:buClr>
              <a:buSzPts val="4409"/>
              <a:buNone/>
              <a:defRPr sz="4409">
                <a:solidFill>
                  <a:srgbClr val="888888"/>
                </a:solidFill>
              </a:defRPr>
            </a:lvl8pPr>
            <a:lvl9pPr marL="4114800" lvl="8" indent="-228600" algn="l">
              <a:lnSpc>
                <a:spcPct val="90000"/>
              </a:lnSpc>
              <a:spcBef>
                <a:spcPts val="1378"/>
              </a:spcBef>
              <a:spcAft>
                <a:spcPts val="0"/>
              </a:spcAft>
              <a:buClr>
                <a:srgbClr val="888888"/>
              </a:buClr>
              <a:buSzPts val="4409"/>
              <a:buNone/>
              <a:defRPr sz="4409">
                <a:solidFill>
                  <a:srgbClr val="888888"/>
                </a:solidFill>
              </a:defRPr>
            </a:lvl9pPr>
          </a:lstStyle>
          <a:p>
            <a:endParaRPr/>
          </a:p>
        </p:txBody>
      </p:sp>
      <p:sp>
        <p:nvSpPr>
          <p:cNvPr id="31" name="Google Shape;31;p6"/>
          <p:cNvSpPr txBox="1">
            <a:spLocks noGrp="1"/>
          </p:cNvSpPr>
          <p:nvPr>
            <p:ph type="dt" idx="10"/>
          </p:nvPr>
        </p:nvSpPr>
        <p:spPr>
          <a:xfrm>
            <a:off x="1731963" y="33366075"/>
            <a:ext cx="5670550" cy="19177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6"/>
          <p:cNvSpPr txBox="1">
            <a:spLocks noGrp="1"/>
          </p:cNvSpPr>
          <p:nvPr>
            <p:ph type="ftr" idx="11"/>
          </p:nvPr>
        </p:nvSpPr>
        <p:spPr>
          <a:xfrm>
            <a:off x="8347075" y="33366075"/>
            <a:ext cx="8505825" cy="19177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6"/>
          <p:cNvSpPr txBox="1">
            <a:spLocks noGrp="1"/>
          </p:cNvSpPr>
          <p:nvPr>
            <p:ph type="sldNum" idx="12"/>
          </p:nvPr>
        </p:nvSpPr>
        <p:spPr>
          <a:xfrm>
            <a:off x="17797463" y="33366075"/>
            <a:ext cx="5670550" cy="19177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sz="13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4"/>
        <p:cNvGrpSpPr/>
        <p:nvPr/>
      </p:nvGrpSpPr>
      <p:grpSpPr>
        <a:xfrm>
          <a:off x="0" y="0"/>
          <a:ext cx="0" cy="0"/>
          <a:chOff x="0" y="0"/>
          <a:chExt cx="0" cy="0"/>
        </a:xfrm>
      </p:grpSpPr>
      <p:sp>
        <p:nvSpPr>
          <p:cNvPr id="35" name="Google Shape;35;p7"/>
          <p:cNvSpPr txBox="1">
            <a:spLocks noGrp="1"/>
          </p:cNvSpPr>
          <p:nvPr>
            <p:ph type="title"/>
          </p:nvPr>
        </p:nvSpPr>
        <p:spPr>
          <a:xfrm>
            <a:off x="1731963" y="1916113"/>
            <a:ext cx="21736050" cy="69596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6" name="Google Shape;36;p7"/>
          <p:cNvSpPr txBox="1">
            <a:spLocks noGrp="1"/>
          </p:cNvSpPr>
          <p:nvPr>
            <p:ph type="body" idx="1"/>
          </p:nvPr>
        </p:nvSpPr>
        <p:spPr>
          <a:xfrm>
            <a:off x="1732498" y="9583264"/>
            <a:ext cx="10709989" cy="22841503"/>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2750"/>
              </a:spcBef>
              <a:spcAft>
                <a:spcPts val="0"/>
              </a:spcAft>
              <a:buClr>
                <a:schemeClr val="dk1"/>
              </a:buClr>
              <a:buSzPts val="1800"/>
              <a:buChar char="•"/>
              <a:defRPr/>
            </a:lvl1pPr>
            <a:lvl2pPr marL="914400" lvl="1" indent="-342900" algn="l">
              <a:lnSpc>
                <a:spcPct val="90000"/>
              </a:lnSpc>
              <a:spcBef>
                <a:spcPts val="1375"/>
              </a:spcBef>
              <a:spcAft>
                <a:spcPts val="0"/>
              </a:spcAft>
              <a:buClr>
                <a:schemeClr val="dk1"/>
              </a:buClr>
              <a:buSzPts val="1800"/>
              <a:buChar char="•"/>
              <a:defRPr/>
            </a:lvl2pPr>
            <a:lvl3pPr marL="1371600" lvl="2" indent="-342900" algn="l">
              <a:lnSpc>
                <a:spcPct val="90000"/>
              </a:lnSpc>
              <a:spcBef>
                <a:spcPts val="1375"/>
              </a:spcBef>
              <a:spcAft>
                <a:spcPts val="0"/>
              </a:spcAft>
              <a:buClr>
                <a:schemeClr val="dk1"/>
              </a:buClr>
              <a:buSzPts val="1800"/>
              <a:buChar char="•"/>
              <a:defRPr/>
            </a:lvl3pPr>
            <a:lvl4pPr marL="1828800" lvl="3" indent="-342900" algn="l">
              <a:lnSpc>
                <a:spcPct val="90000"/>
              </a:lnSpc>
              <a:spcBef>
                <a:spcPts val="1375"/>
              </a:spcBef>
              <a:spcAft>
                <a:spcPts val="0"/>
              </a:spcAft>
              <a:buClr>
                <a:schemeClr val="dk1"/>
              </a:buClr>
              <a:buSzPts val="1800"/>
              <a:buChar char="•"/>
              <a:defRPr/>
            </a:lvl4pPr>
            <a:lvl5pPr marL="2286000" lvl="4" indent="-342900" algn="l">
              <a:lnSpc>
                <a:spcPct val="90000"/>
              </a:lnSpc>
              <a:spcBef>
                <a:spcPts val="1375"/>
              </a:spcBef>
              <a:spcAft>
                <a:spcPts val="0"/>
              </a:spcAft>
              <a:buClr>
                <a:schemeClr val="dk1"/>
              </a:buClr>
              <a:buSzPts val="1800"/>
              <a:buChar char="•"/>
              <a:defRPr/>
            </a:lvl5pPr>
            <a:lvl6pPr marL="2743200" lvl="5" indent="-342900" algn="l">
              <a:lnSpc>
                <a:spcPct val="90000"/>
              </a:lnSpc>
              <a:spcBef>
                <a:spcPts val="1378"/>
              </a:spcBef>
              <a:spcAft>
                <a:spcPts val="0"/>
              </a:spcAft>
              <a:buClr>
                <a:schemeClr val="dk1"/>
              </a:buClr>
              <a:buSzPts val="1800"/>
              <a:buChar char="•"/>
              <a:defRPr/>
            </a:lvl6pPr>
            <a:lvl7pPr marL="3200400" lvl="6" indent="-342900" algn="l">
              <a:lnSpc>
                <a:spcPct val="90000"/>
              </a:lnSpc>
              <a:spcBef>
                <a:spcPts val="1378"/>
              </a:spcBef>
              <a:spcAft>
                <a:spcPts val="0"/>
              </a:spcAft>
              <a:buClr>
                <a:schemeClr val="dk1"/>
              </a:buClr>
              <a:buSzPts val="1800"/>
              <a:buChar char="•"/>
              <a:defRPr/>
            </a:lvl7pPr>
            <a:lvl8pPr marL="3657600" lvl="7" indent="-342900" algn="l">
              <a:lnSpc>
                <a:spcPct val="90000"/>
              </a:lnSpc>
              <a:spcBef>
                <a:spcPts val="1378"/>
              </a:spcBef>
              <a:spcAft>
                <a:spcPts val="0"/>
              </a:spcAft>
              <a:buClr>
                <a:schemeClr val="dk1"/>
              </a:buClr>
              <a:buSzPts val="1800"/>
              <a:buChar char="•"/>
              <a:defRPr/>
            </a:lvl8pPr>
            <a:lvl9pPr marL="4114800" lvl="8" indent="-342900" algn="l">
              <a:lnSpc>
                <a:spcPct val="90000"/>
              </a:lnSpc>
              <a:spcBef>
                <a:spcPts val="1378"/>
              </a:spcBef>
              <a:spcAft>
                <a:spcPts val="0"/>
              </a:spcAft>
              <a:buClr>
                <a:schemeClr val="dk1"/>
              </a:buClr>
              <a:buSzPts val="1800"/>
              <a:buChar char="•"/>
              <a:defRPr/>
            </a:lvl9pPr>
          </a:lstStyle>
          <a:p>
            <a:endParaRPr/>
          </a:p>
        </p:txBody>
      </p:sp>
      <p:sp>
        <p:nvSpPr>
          <p:cNvPr id="37" name="Google Shape;37;p7"/>
          <p:cNvSpPr txBox="1">
            <a:spLocks noGrp="1"/>
          </p:cNvSpPr>
          <p:nvPr>
            <p:ph type="body" idx="2"/>
          </p:nvPr>
        </p:nvSpPr>
        <p:spPr>
          <a:xfrm>
            <a:off x="12757488" y="9583264"/>
            <a:ext cx="10709989" cy="22841503"/>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2750"/>
              </a:spcBef>
              <a:spcAft>
                <a:spcPts val="0"/>
              </a:spcAft>
              <a:buClr>
                <a:schemeClr val="dk1"/>
              </a:buClr>
              <a:buSzPts val="1800"/>
              <a:buChar char="•"/>
              <a:defRPr/>
            </a:lvl1pPr>
            <a:lvl2pPr marL="914400" lvl="1" indent="-342900" algn="l">
              <a:lnSpc>
                <a:spcPct val="90000"/>
              </a:lnSpc>
              <a:spcBef>
                <a:spcPts val="1375"/>
              </a:spcBef>
              <a:spcAft>
                <a:spcPts val="0"/>
              </a:spcAft>
              <a:buClr>
                <a:schemeClr val="dk1"/>
              </a:buClr>
              <a:buSzPts val="1800"/>
              <a:buChar char="•"/>
              <a:defRPr/>
            </a:lvl2pPr>
            <a:lvl3pPr marL="1371600" lvl="2" indent="-342900" algn="l">
              <a:lnSpc>
                <a:spcPct val="90000"/>
              </a:lnSpc>
              <a:spcBef>
                <a:spcPts val="1375"/>
              </a:spcBef>
              <a:spcAft>
                <a:spcPts val="0"/>
              </a:spcAft>
              <a:buClr>
                <a:schemeClr val="dk1"/>
              </a:buClr>
              <a:buSzPts val="1800"/>
              <a:buChar char="•"/>
              <a:defRPr/>
            </a:lvl3pPr>
            <a:lvl4pPr marL="1828800" lvl="3" indent="-342900" algn="l">
              <a:lnSpc>
                <a:spcPct val="90000"/>
              </a:lnSpc>
              <a:spcBef>
                <a:spcPts val="1375"/>
              </a:spcBef>
              <a:spcAft>
                <a:spcPts val="0"/>
              </a:spcAft>
              <a:buClr>
                <a:schemeClr val="dk1"/>
              </a:buClr>
              <a:buSzPts val="1800"/>
              <a:buChar char="•"/>
              <a:defRPr/>
            </a:lvl4pPr>
            <a:lvl5pPr marL="2286000" lvl="4" indent="-342900" algn="l">
              <a:lnSpc>
                <a:spcPct val="90000"/>
              </a:lnSpc>
              <a:spcBef>
                <a:spcPts val="1375"/>
              </a:spcBef>
              <a:spcAft>
                <a:spcPts val="0"/>
              </a:spcAft>
              <a:buClr>
                <a:schemeClr val="dk1"/>
              </a:buClr>
              <a:buSzPts val="1800"/>
              <a:buChar char="•"/>
              <a:defRPr/>
            </a:lvl5pPr>
            <a:lvl6pPr marL="2743200" lvl="5" indent="-342900" algn="l">
              <a:lnSpc>
                <a:spcPct val="90000"/>
              </a:lnSpc>
              <a:spcBef>
                <a:spcPts val="1378"/>
              </a:spcBef>
              <a:spcAft>
                <a:spcPts val="0"/>
              </a:spcAft>
              <a:buClr>
                <a:schemeClr val="dk1"/>
              </a:buClr>
              <a:buSzPts val="1800"/>
              <a:buChar char="•"/>
              <a:defRPr/>
            </a:lvl6pPr>
            <a:lvl7pPr marL="3200400" lvl="6" indent="-342900" algn="l">
              <a:lnSpc>
                <a:spcPct val="90000"/>
              </a:lnSpc>
              <a:spcBef>
                <a:spcPts val="1378"/>
              </a:spcBef>
              <a:spcAft>
                <a:spcPts val="0"/>
              </a:spcAft>
              <a:buClr>
                <a:schemeClr val="dk1"/>
              </a:buClr>
              <a:buSzPts val="1800"/>
              <a:buChar char="•"/>
              <a:defRPr/>
            </a:lvl7pPr>
            <a:lvl8pPr marL="3657600" lvl="7" indent="-342900" algn="l">
              <a:lnSpc>
                <a:spcPct val="90000"/>
              </a:lnSpc>
              <a:spcBef>
                <a:spcPts val="1378"/>
              </a:spcBef>
              <a:spcAft>
                <a:spcPts val="0"/>
              </a:spcAft>
              <a:buClr>
                <a:schemeClr val="dk1"/>
              </a:buClr>
              <a:buSzPts val="1800"/>
              <a:buChar char="•"/>
              <a:defRPr/>
            </a:lvl8pPr>
            <a:lvl9pPr marL="4114800" lvl="8" indent="-342900" algn="l">
              <a:lnSpc>
                <a:spcPct val="90000"/>
              </a:lnSpc>
              <a:spcBef>
                <a:spcPts val="1378"/>
              </a:spcBef>
              <a:spcAft>
                <a:spcPts val="0"/>
              </a:spcAft>
              <a:buClr>
                <a:schemeClr val="dk1"/>
              </a:buClr>
              <a:buSzPts val="1800"/>
              <a:buChar char="•"/>
              <a:defRPr/>
            </a:lvl9pPr>
          </a:lstStyle>
          <a:p>
            <a:endParaRPr/>
          </a:p>
        </p:txBody>
      </p:sp>
      <p:sp>
        <p:nvSpPr>
          <p:cNvPr id="38" name="Google Shape;38;p7"/>
          <p:cNvSpPr txBox="1">
            <a:spLocks noGrp="1"/>
          </p:cNvSpPr>
          <p:nvPr>
            <p:ph type="dt" idx="10"/>
          </p:nvPr>
        </p:nvSpPr>
        <p:spPr>
          <a:xfrm>
            <a:off x="1731963" y="33366075"/>
            <a:ext cx="5670550" cy="19177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7"/>
          <p:cNvSpPr txBox="1">
            <a:spLocks noGrp="1"/>
          </p:cNvSpPr>
          <p:nvPr>
            <p:ph type="ftr" idx="11"/>
          </p:nvPr>
        </p:nvSpPr>
        <p:spPr>
          <a:xfrm>
            <a:off x="8347075" y="33366075"/>
            <a:ext cx="8505825" cy="19177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7"/>
          <p:cNvSpPr txBox="1">
            <a:spLocks noGrp="1"/>
          </p:cNvSpPr>
          <p:nvPr>
            <p:ph type="sldNum" idx="12"/>
          </p:nvPr>
        </p:nvSpPr>
        <p:spPr>
          <a:xfrm>
            <a:off x="17797463" y="33366075"/>
            <a:ext cx="5670550" cy="19177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sz="13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1"/>
        <p:cNvGrpSpPr/>
        <p:nvPr/>
      </p:nvGrpSpPr>
      <p:grpSpPr>
        <a:xfrm>
          <a:off x="0" y="0"/>
          <a:ext cx="0" cy="0"/>
          <a:chOff x="0" y="0"/>
          <a:chExt cx="0" cy="0"/>
        </a:xfrm>
      </p:grpSpPr>
      <p:sp>
        <p:nvSpPr>
          <p:cNvPr id="42" name="Google Shape;42;p8"/>
          <p:cNvSpPr txBox="1">
            <a:spLocks noGrp="1"/>
          </p:cNvSpPr>
          <p:nvPr>
            <p:ph type="title"/>
          </p:nvPr>
        </p:nvSpPr>
        <p:spPr>
          <a:xfrm>
            <a:off x="1735781" y="1916661"/>
            <a:ext cx="21734978" cy="695828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3" name="Google Shape;43;p8"/>
          <p:cNvSpPr txBox="1">
            <a:spLocks noGrp="1"/>
          </p:cNvSpPr>
          <p:nvPr>
            <p:ph type="body" idx="1"/>
          </p:nvPr>
        </p:nvSpPr>
        <p:spPr>
          <a:xfrm>
            <a:off x="1735783" y="8824938"/>
            <a:ext cx="10660769" cy="4324966"/>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2750"/>
              </a:spcBef>
              <a:spcAft>
                <a:spcPts val="0"/>
              </a:spcAft>
              <a:buClr>
                <a:schemeClr val="dk1"/>
              </a:buClr>
              <a:buSzPts val="6614"/>
              <a:buNone/>
              <a:defRPr sz="6614" b="1"/>
            </a:lvl1pPr>
            <a:lvl2pPr marL="914400" lvl="1" indent="-228600" algn="l">
              <a:lnSpc>
                <a:spcPct val="90000"/>
              </a:lnSpc>
              <a:spcBef>
                <a:spcPts val="1375"/>
              </a:spcBef>
              <a:spcAft>
                <a:spcPts val="0"/>
              </a:spcAft>
              <a:buClr>
                <a:schemeClr val="dk1"/>
              </a:buClr>
              <a:buSzPts val="5512"/>
              <a:buNone/>
              <a:defRPr sz="5512" b="1"/>
            </a:lvl2pPr>
            <a:lvl3pPr marL="1371600" lvl="2" indent="-228600" algn="l">
              <a:lnSpc>
                <a:spcPct val="90000"/>
              </a:lnSpc>
              <a:spcBef>
                <a:spcPts val="1375"/>
              </a:spcBef>
              <a:spcAft>
                <a:spcPts val="0"/>
              </a:spcAft>
              <a:buClr>
                <a:schemeClr val="dk1"/>
              </a:buClr>
              <a:buSzPts val="4961"/>
              <a:buNone/>
              <a:defRPr sz="4961" b="1"/>
            </a:lvl3pPr>
            <a:lvl4pPr marL="1828800" lvl="3" indent="-228600" algn="l">
              <a:lnSpc>
                <a:spcPct val="90000"/>
              </a:lnSpc>
              <a:spcBef>
                <a:spcPts val="1375"/>
              </a:spcBef>
              <a:spcAft>
                <a:spcPts val="0"/>
              </a:spcAft>
              <a:buClr>
                <a:schemeClr val="dk1"/>
              </a:buClr>
              <a:buSzPts val="4409"/>
              <a:buNone/>
              <a:defRPr sz="4409" b="1"/>
            </a:lvl4pPr>
            <a:lvl5pPr marL="2286000" lvl="4" indent="-228600" algn="l">
              <a:lnSpc>
                <a:spcPct val="90000"/>
              </a:lnSpc>
              <a:spcBef>
                <a:spcPts val="1375"/>
              </a:spcBef>
              <a:spcAft>
                <a:spcPts val="0"/>
              </a:spcAft>
              <a:buClr>
                <a:schemeClr val="dk1"/>
              </a:buClr>
              <a:buSzPts val="4409"/>
              <a:buNone/>
              <a:defRPr sz="4409" b="1"/>
            </a:lvl5pPr>
            <a:lvl6pPr marL="2743200" lvl="5" indent="-228600" algn="l">
              <a:lnSpc>
                <a:spcPct val="90000"/>
              </a:lnSpc>
              <a:spcBef>
                <a:spcPts val="1378"/>
              </a:spcBef>
              <a:spcAft>
                <a:spcPts val="0"/>
              </a:spcAft>
              <a:buClr>
                <a:schemeClr val="dk1"/>
              </a:buClr>
              <a:buSzPts val="4409"/>
              <a:buNone/>
              <a:defRPr sz="4409" b="1"/>
            </a:lvl6pPr>
            <a:lvl7pPr marL="3200400" lvl="6" indent="-228600" algn="l">
              <a:lnSpc>
                <a:spcPct val="90000"/>
              </a:lnSpc>
              <a:spcBef>
                <a:spcPts val="1378"/>
              </a:spcBef>
              <a:spcAft>
                <a:spcPts val="0"/>
              </a:spcAft>
              <a:buClr>
                <a:schemeClr val="dk1"/>
              </a:buClr>
              <a:buSzPts val="4409"/>
              <a:buNone/>
              <a:defRPr sz="4409" b="1"/>
            </a:lvl7pPr>
            <a:lvl8pPr marL="3657600" lvl="7" indent="-228600" algn="l">
              <a:lnSpc>
                <a:spcPct val="90000"/>
              </a:lnSpc>
              <a:spcBef>
                <a:spcPts val="1378"/>
              </a:spcBef>
              <a:spcAft>
                <a:spcPts val="0"/>
              </a:spcAft>
              <a:buClr>
                <a:schemeClr val="dk1"/>
              </a:buClr>
              <a:buSzPts val="4409"/>
              <a:buNone/>
              <a:defRPr sz="4409" b="1"/>
            </a:lvl8pPr>
            <a:lvl9pPr marL="4114800" lvl="8" indent="-228600" algn="l">
              <a:lnSpc>
                <a:spcPct val="90000"/>
              </a:lnSpc>
              <a:spcBef>
                <a:spcPts val="1378"/>
              </a:spcBef>
              <a:spcAft>
                <a:spcPts val="0"/>
              </a:spcAft>
              <a:buClr>
                <a:schemeClr val="dk1"/>
              </a:buClr>
              <a:buSzPts val="4409"/>
              <a:buNone/>
              <a:defRPr sz="4409" b="1"/>
            </a:lvl9pPr>
          </a:lstStyle>
          <a:p>
            <a:endParaRPr/>
          </a:p>
        </p:txBody>
      </p:sp>
      <p:sp>
        <p:nvSpPr>
          <p:cNvPr id="44" name="Google Shape;44;p8"/>
          <p:cNvSpPr txBox="1">
            <a:spLocks noGrp="1"/>
          </p:cNvSpPr>
          <p:nvPr>
            <p:ph type="body" idx="2"/>
          </p:nvPr>
        </p:nvSpPr>
        <p:spPr>
          <a:xfrm>
            <a:off x="1735783" y="13149904"/>
            <a:ext cx="10660769" cy="19341529"/>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2750"/>
              </a:spcBef>
              <a:spcAft>
                <a:spcPts val="0"/>
              </a:spcAft>
              <a:buClr>
                <a:schemeClr val="dk1"/>
              </a:buClr>
              <a:buSzPts val="1800"/>
              <a:buChar char="•"/>
              <a:defRPr/>
            </a:lvl1pPr>
            <a:lvl2pPr marL="914400" lvl="1" indent="-342900" algn="l">
              <a:lnSpc>
                <a:spcPct val="90000"/>
              </a:lnSpc>
              <a:spcBef>
                <a:spcPts val="1375"/>
              </a:spcBef>
              <a:spcAft>
                <a:spcPts val="0"/>
              </a:spcAft>
              <a:buClr>
                <a:schemeClr val="dk1"/>
              </a:buClr>
              <a:buSzPts val="1800"/>
              <a:buChar char="•"/>
              <a:defRPr/>
            </a:lvl2pPr>
            <a:lvl3pPr marL="1371600" lvl="2" indent="-342900" algn="l">
              <a:lnSpc>
                <a:spcPct val="90000"/>
              </a:lnSpc>
              <a:spcBef>
                <a:spcPts val="1375"/>
              </a:spcBef>
              <a:spcAft>
                <a:spcPts val="0"/>
              </a:spcAft>
              <a:buClr>
                <a:schemeClr val="dk1"/>
              </a:buClr>
              <a:buSzPts val="1800"/>
              <a:buChar char="•"/>
              <a:defRPr/>
            </a:lvl3pPr>
            <a:lvl4pPr marL="1828800" lvl="3" indent="-342900" algn="l">
              <a:lnSpc>
                <a:spcPct val="90000"/>
              </a:lnSpc>
              <a:spcBef>
                <a:spcPts val="1375"/>
              </a:spcBef>
              <a:spcAft>
                <a:spcPts val="0"/>
              </a:spcAft>
              <a:buClr>
                <a:schemeClr val="dk1"/>
              </a:buClr>
              <a:buSzPts val="1800"/>
              <a:buChar char="•"/>
              <a:defRPr/>
            </a:lvl4pPr>
            <a:lvl5pPr marL="2286000" lvl="4" indent="-342900" algn="l">
              <a:lnSpc>
                <a:spcPct val="90000"/>
              </a:lnSpc>
              <a:spcBef>
                <a:spcPts val="1375"/>
              </a:spcBef>
              <a:spcAft>
                <a:spcPts val="0"/>
              </a:spcAft>
              <a:buClr>
                <a:schemeClr val="dk1"/>
              </a:buClr>
              <a:buSzPts val="1800"/>
              <a:buChar char="•"/>
              <a:defRPr/>
            </a:lvl5pPr>
            <a:lvl6pPr marL="2743200" lvl="5" indent="-342900" algn="l">
              <a:lnSpc>
                <a:spcPct val="90000"/>
              </a:lnSpc>
              <a:spcBef>
                <a:spcPts val="1378"/>
              </a:spcBef>
              <a:spcAft>
                <a:spcPts val="0"/>
              </a:spcAft>
              <a:buClr>
                <a:schemeClr val="dk1"/>
              </a:buClr>
              <a:buSzPts val="1800"/>
              <a:buChar char="•"/>
              <a:defRPr/>
            </a:lvl6pPr>
            <a:lvl7pPr marL="3200400" lvl="6" indent="-342900" algn="l">
              <a:lnSpc>
                <a:spcPct val="90000"/>
              </a:lnSpc>
              <a:spcBef>
                <a:spcPts val="1378"/>
              </a:spcBef>
              <a:spcAft>
                <a:spcPts val="0"/>
              </a:spcAft>
              <a:buClr>
                <a:schemeClr val="dk1"/>
              </a:buClr>
              <a:buSzPts val="1800"/>
              <a:buChar char="•"/>
              <a:defRPr/>
            </a:lvl7pPr>
            <a:lvl8pPr marL="3657600" lvl="7" indent="-342900" algn="l">
              <a:lnSpc>
                <a:spcPct val="90000"/>
              </a:lnSpc>
              <a:spcBef>
                <a:spcPts val="1378"/>
              </a:spcBef>
              <a:spcAft>
                <a:spcPts val="0"/>
              </a:spcAft>
              <a:buClr>
                <a:schemeClr val="dk1"/>
              </a:buClr>
              <a:buSzPts val="1800"/>
              <a:buChar char="•"/>
              <a:defRPr/>
            </a:lvl8pPr>
            <a:lvl9pPr marL="4114800" lvl="8" indent="-342900" algn="l">
              <a:lnSpc>
                <a:spcPct val="90000"/>
              </a:lnSpc>
              <a:spcBef>
                <a:spcPts val="1378"/>
              </a:spcBef>
              <a:spcAft>
                <a:spcPts val="0"/>
              </a:spcAft>
              <a:buClr>
                <a:schemeClr val="dk1"/>
              </a:buClr>
              <a:buSzPts val="1800"/>
              <a:buChar char="•"/>
              <a:defRPr/>
            </a:lvl9pPr>
          </a:lstStyle>
          <a:p>
            <a:endParaRPr/>
          </a:p>
        </p:txBody>
      </p:sp>
      <p:sp>
        <p:nvSpPr>
          <p:cNvPr id="45" name="Google Shape;45;p8"/>
          <p:cNvSpPr txBox="1">
            <a:spLocks noGrp="1"/>
          </p:cNvSpPr>
          <p:nvPr>
            <p:ph type="body" idx="3"/>
          </p:nvPr>
        </p:nvSpPr>
        <p:spPr>
          <a:xfrm>
            <a:off x="12757489" y="8824938"/>
            <a:ext cx="10713272" cy="4324966"/>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2750"/>
              </a:spcBef>
              <a:spcAft>
                <a:spcPts val="0"/>
              </a:spcAft>
              <a:buClr>
                <a:schemeClr val="dk1"/>
              </a:buClr>
              <a:buSzPts val="6614"/>
              <a:buNone/>
              <a:defRPr sz="6614" b="1"/>
            </a:lvl1pPr>
            <a:lvl2pPr marL="914400" lvl="1" indent="-228600" algn="l">
              <a:lnSpc>
                <a:spcPct val="90000"/>
              </a:lnSpc>
              <a:spcBef>
                <a:spcPts val="1375"/>
              </a:spcBef>
              <a:spcAft>
                <a:spcPts val="0"/>
              </a:spcAft>
              <a:buClr>
                <a:schemeClr val="dk1"/>
              </a:buClr>
              <a:buSzPts val="5512"/>
              <a:buNone/>
              <a:defRPr sz="5512" b="1"/>
            </a:lvl2pPr>
            <a:lvl3pPr marL="1371600" lvl="2" indent="-228600" algn="l">
              <a:lnSpc>
                <a:spcPct val="90000"/>
              </a:lnSpc>
              <a:spcBef>
                <a:spcPts val="1375"/>
              </a:spcBef>
              <a:spcAft>
                <a:spcPts val="0"/>
              </a:spcAft>
              <a:buClr>
                <a:schemeClr val="dk1"/>
              </a:buClr>
              <a:buSzPts val="4961"/>
              <a:buNone/>
              <a:defRPr sz="4961" b="1"/>
            </a:lvl3pPr>
            <a:lvl4pPr marL="1828800" lvl="3" indent="-228600" algn="l">
              <a:lnSpc>
                <a:spcPct val="90000"/>
              </a:lnSpc>
              <a:spcBef>
                <a:spcPts val="1375"/>
              </a:spcBef>
              <a:spcAft>
                <a:spcPts val="0"/>
              </a:spcAft>
              <a:buClr>
                <a:schemeClr val="dk1"/>
              </a:buClr>
              <a:buSzPts val="4409"/>
              <a:buNone/>
              <a:defRPr sz="4409" b="1"/>
            </a:lvl4pPr>
            <a:lvl5pPr marL="2286000" lvl="4" indent="-228600" algn="l">
              <a:lnSpc>
                <a:spcPct val="90000"/>
              </a:lnSpc>
              <a:spcBef>
                <a:spcPts val="1375"/>
              </a:spcBef>
              <a:spcAft>
                <a:spcPts val="0"/>
              </a:spcAft>
              <a:buClr>
                <a:schemeClr val="dk1"/>
              </a:buClr>
              <a:buSzPts val="4409"/>
              <a:buNone/>
              <a:defRPr sz="4409" b="1"/>
            </a:lvl5pPr>
            <a:lvl6pPr marL="2743200" lvl="5" indent="-228600" algn="l">
              <a:lnSpc>
                <a:spcPct val="90000"/>
              </a:lnSpc>
              <a:spcBef>
                <a:spcPts val="1378"/>
              </a:spcBef>
              <a:spcAft>
                <a:spcPts val="0"/>
              </a:spcAft>
              <a:buClr>
                <a:schemeClr val="dk1"/>
              </a:buClr>
              <a:buSzPts val="4409"/>
              <a:buNone/>
              <a:defRPr sz="4409" b="1"/>
            </a:lvl6pPr>
            <a:lvl7pPr marL="3200400" lvl="6" indent="-228600" algn="l">
              <a:lnSpc>
                <a:spcPct val="90000"/>
              </a:lnSpc>
              <a:spcBef>
                <a:spcPts val="1378"/>
              </a:spcBef>
              <a:spcAft>
                <a:spcPts val="0"/>
              </a:spcAft>
              <a:buClr>
                <a:schemeClr val="dk1"/>
              </a:buClr>
              <a:buSzPts val="4409"/>
              <a:buNone/>
              <a:defRPr sz="4409" b="1"/>
            </a:lvl7pPr>
            <a:lvl8pPr marL="3657600" lvl="7" indent="-228600" algn="l">
              <a:lnSpc>
                <a:spcPct val="90000"/>
              </a:lnSpc>
              <a:spcBef>
                <a:spcPts val="1378"/>
              </a:spcBef>
              <a:spcAft>
                <a:spcPts val="0"/>
              </a:spcAft>
              <a:buClr>
                <a:schemeClr val="dk1"/>
              </a:buClr>
              <a:buSzPts val="4409"/>
              <a:buNone/>
              <a:defRPr sz="4409" b="1"/>
            </a:lvl8pPr>
            <a:lvl9pPr marL="4114800" lvl="8" indent="-228600" algn="l">
              <a:lnSpc>
                <a:spcPct val="90000"/>
              </a:lnSpc>
              <a:spcBef>
                <a:spcPts val="1378"/>
              </a:spcBef>
              <a:spcAft>
                <a:spcPts val="0"/>
              </a:spcAft>
              <a:buClr>
                <a:schemeClr val="dk1"/>
              </a:buClr>
              <a:buSzPts val="4409"/>
              <a:buNone/>
              <a:defRPr sz="4409" b="1"/>
            </a:lvl9pPr>
          </a:lstStyle>
          <a:p>
            <a:endParaRPr/>
          </a:p>
        </p:txBody>
      </p:sp>
      <p:sp>
        <p:nvSpPr>
          <p:cNvPr id="46" name="Google Shape;46;p8"/>
          <p:cNvSpPr txBox="1">
            <a:spLocks noGrp="1"/>
          </p:cNvSpPr>
          <p:nvPr>
            <p:ph type="body" idx="4"/>
          </p:nvPr>
        </p:nvSpPr>
        <p:spPr>
          <a:xfrm>
            <a:off x="12757489" y="13149904"/>
            <a:ext cx="10713272" cy="19341529"/>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2750"/>
              </a:spcBef>
              <a:spcAft>
                <a:spcPts val="0"/>
              </a:spcAft>
              <a:buClr>
                <a:schemeClr val="dk1"/>
              </a:buClr>
              <a:buSzPts val="1800"/>
              <a:buChar char="•"/>
              <a:defRPr/>
            </a:lvl1pPr>
            <a:lvl2pPr marL="914400" lvl="1" indent="-342900" algn="l">
              <a:lnSpc>
                <a:spcPct val="90000"/>
              </a:lnSpc>
              <a:spcBef>
                <a:spcPts val="1375"/>
              </a:spcBef>
              <a:spcAft>
                <a:spcPts val="0"/>
              </a:spcAft>
              <a:buClr>
                <a:schemeClr val="dk1"/>
              </a:buClr>
              <a:buSzPts val="1800"/>
              <a:buChar char="•"/>
              <a:defRPr/>
            </a:lvl2pPr>
            <a:lvl3pPr marL="1371600" lvl="2" indent="-342900" algn="l">
              <a:lnSpc>
                <a:spcPct val="90000"/>
              </a:lnSpc>
              <a:spcBef>
                <a:spcPts val="1375"/>
              </a:spcBef>
              <a:spcAft>
                <a:spcPts val="0"/>
              </a:spcAft>
              <a:buClr>
                <a:schemeClr val="dk1"/>
              </a:buClr>
              <a:buSzPts val="1800"/>
              <a:buChar char="•"/>
              <a:defRPr/>
            </a:lvl3pPr>
            <a:lvl4pPr marL="1828800" lvl="3" indent="-342900" algn="l">
              <a:lnSpc>
                <a:spcPct val="90000"/>
              </a:lnSpc>
              <a:spcBef>
                <a:spcPts val="1375"/>
              </a:spcBef>
              <a:spcAft>
                <a:spcPts val="0"/>
              </a:spcAft>
              <a:buClr>
                <a:schemeClr val="dk1"/>
              </a:buClr>
              <a:buSzPts val="1800"/>
              <a:buChar char="•"/>
              <a:defRPr/>
            </a:lvl4pPr>
            <a:lvl5pPr marL="2286000" lvl="4" indent="-342900" algn="l">
              <a:lnSpc>
                <a:spcPct val="90000"/>
              </a:lnSpc>
              <a:spcBef>
                <a:spcPts val="1375"/>
              </a:spcBef>
              <a:spcAft>
                <a:spcPts val="0"/>
              </a:spcAft>
              <a:buClr>
                <a:schemeClr val="dk1"/>
              </a:buClr>
              <a:buSzPts val="1800"/>
              <a:buChar char="•"/>
              <a:defRPr/>
            </a:lvl5pPr>
            <a:lvl6pPr marL="2743200" lvl="5" indent="-342900" algn="l">
              <a:lnSpc>
                <a:spcPct val="90000"/>
              </a:lnSpc>
              <a:spcBef>
                <a:spcPts val="1378"/>
              </a:spcBef>
              <a:spcAft>
                <a:spcPts val="0"/>
              </a:spcAft>
              <a:buClr>
                <a:schemeClr val="dk1"/>
              </a:buClr>
              <a:buSzPts val="1800"/>
              <a:buChar char="•"/>
              <a:defRPr/>
            </a:lvl6pPr>
            <a:lvl7pPr marL="3200400" lvl="6" indent="-342900" algn="l">
              <a:lnSpc>
                <a:spcPct val="90000"/>
              </a:lnSpc>
              <a:spcBef>
                <a:spcPts val="1378"/>
              </a:spcBef>
              <a:spcAft>
                <a:spcPts val="0"/>
              </a:spcAft>
              <a:buClr>
                <a:schemeClr val="dk1"/>
              </a:buClr>
              <a:buSzPts val="1800"/>
              <a:buChar char="•"/>
              <a:defRPr/>
            </a:lvl7pPr>
            <a:lvl8pPr marL="3657600" lvl="7" indent="-342900" algn="l">
              <a:lnSpc>
                <a:spcPct val="90000"/>
              </a:lnSpc>
              <a:spcBef>
                <a:spcPts val="1378"/>
              </a:spcBef>
              <a:spcAft>
                <a:spcPts val="0"/>
              </a:spcAft>
              <a:buClr>
                <a:schemeClr val="dk1"/>
              </a:buClr>
              <a:buSzPts val="1800"/>
              <a:buChar char="•"/>
              <a:defRPr/>
            </a:lvl8pPr>
            <a:lvl9pPr marL="4114800" lvl="8" indent="-342900" algn="l">
              <a:lnSpc>
                <a:spcPct val="90000"/>
              </a:lnSpc>
              <a:spcBef>
                <a:spcPts val="1378"/>
              </a:spcBef>
              <a:spcAft>
                <a:spcPts val="0"/>
              </a:spcAft>
              <a:buClr>
                <a:schemeClr val="dk1"/>
              </a:buClr>
              <a:buSzPts val="1800"/>
              <a:buChar char="•"/>
              <a:defRPr/>
            </a:lvl9pPr>
          </a:lstStyle>
          <a:p>
            <a:endParaRPr/>
          </a:p>
        </p:txBody>
      </p:sp>
      <p:sp>
        <p:nvSpPr>
          <p:cNvPr id="47" name="Google Shape;47;p8"/>
          <p:cNvSpPr txBox="1">
            <a:spLocks noGrp="1"/>
          </p:cNvSpPr>
          <p:nvPr>
            <p:ph type="dt" idx="10"/>
          </p:nvPr>
        </p:nvSpPr>
        <p:spPr>
          <a:xfrm>
            <a:off x="1731963" y="33366075"/>
            <a:ext cx="5670550" cy="19177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
          <p:cNvSpPr txBox="1">
            <a:spLocks noGrp="1"/>
          </p:cNvSpPr>
          <p:nvPr>
            <p:ph type="ftr" idx="11"/>
          </p:nvPr>
        </p:nvSpPr>
        <p:spPr>
          <a:xfrm>
            <a:off x="8347075" y="33366075"/>
            <a:ext cx="8505825" cy="19177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8"/>
          <p:cNvSpPr txBox="1">
            <a:spLocks noGrp="1"/>
          </p:cNvSpPr>
          <p:nvPr>
            <p:ph type="sldNum" idx="12"/>
          </p:nvPr>
        </p:nvSpPr>
        <p:spPr>
          <a:xfrm>
            <a:off x="17797463" y="33366075"/>
            <a:ext cx="5670550" cy="19177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sz="13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0"/>
        <p:cNvGrpSpPr/>
        <p:nvPr/>
      </p:nvGrpSpPr>
      <p:grpSpPr>
        <a:xfrm>
          <a:off x="0" y="0"/>
          <a:ext cx="0" cy="0"/>
          <a:chOff x="0" y="0"/>
          <a:chExt cx="0" cy="0"/>
        </a:xfrm>
      </p:grpSpPr>
      <p:sp>
        <p:nvSpPr>
          <p:cNvPr id="51" name="Google Shape;51;p9"/>
          <p:cNvSpPr txBox="1">
            <a:spLocks noGrp="1"/>
          </p:cNvSpPr>
          <p:nvPr>
            <p:ph type="title"/>
          </p:nvPr>
        </p:nvSpPr>
        <p:spPr>
          <a:xfrm>
            <a:off x="1731963" y="1916113"/>
            <a:ext cx="21736050" cy="69596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2" name="Google Shape;52;p9"/>
          <p:cNvSpPr txBox="1">
            <a:spLocks noGrp="1"/>
          </p:cNvSpPr>
          <p:nvPr>
            <p:ph type="dt" idx="10"/>
          </p:nvPr>
        </p:nvSpPr>
        <p:spPr>
          <a:xfrm>
            <a:off x="1731963" y="33366075"/>
            <a:ext cx="5670550" cy="19177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9"/>
          <p:cNvSpPr txBox="1">
            <a:spLocks noGrp="1"/>
          </p:cNvSpPr>
          <p:nvPr>
            <p:ph type="ftr" idx="11"/>
          </p:nvPr>
        </p:nvSpPr>
        <p:spPr>
          <a:xfrm>
            <a:off x="8347075" y="33366075"/>
            <a:ext cx="8505825" cy="19177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9"/>
          <p:cNvSpPr txBox="1">
            <a:spLocks noGrp="1"/>
          </p:cNvSpPr>
          <p:nvPr>
            <p:ph type="sldNum" idx="12"/>
          </p:nvPr>
        </p:nvSpPr>
        <p:spPr>
          <a:xfrm>
            <a:off x="17797463" y="33366075"/>
            <a:ext cx="5670550" cy="19177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sz="13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5"/>
        <p:cNvGrpSpPr/>
        <p:nvPr/>
      </p:nvGrpSpPr>
      <p:grpSpPr>
        <a:xfrm>
          <a:off x="0" y="0"/>
          <a:ext cx="0" cy="0"/>
          <a:chOff x="0" y="0"/>
          <a:chExt cx="0" cy="0"/>
        </a:xfrm>
      </p:grpSpPr>
      <p:sp>
        <p:nvSpPr>
          <p:cNvPr id="56" name="Google Shape;56;p10"/>
          <p:cNvSpPr txBox="1">
            <a:spLocks noGrp="1"/>
          </p:cNvSpPr>
          <p:nvPr>
            <p:ph type="dt" idx="10"/>
          </p:nvPr>
        </p:nvSpPr>
        <p:spPr>
          <a:xfrm>
            <a:off x="1731963" y="33366075"/>
            <a:ext cx="5670550" cy="19177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0"/>
          <p:cNvSpPr txBox="1">
            <a:spLocks noGrp="1"/>
          </p:cNvSpPr>
          <p:nvPr>
            <p:ph type="ftr" idx="11"/>
          </p:nvPr>
        </p:nvSpPr>
        <p:spPr>
          <a:xfrm>
            <a:off x="8347075" y="33366075"/>
            <a:ext cx="8505825" cy="19177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0"/>
          <p:cNvSpPr txBox="1">
            <a:spLocks noGrp="1"/>
          </p:cNvSpPr>
          <p:nvPr>
            <p:ph type="sldNum" idx="12"/>
          </p:nvPr>
        </p:nvSpPr>
        <p:spPr>
          <a:xfrm>
            <a:off x="17797463" y="33366075"/>
            <a:ext cx="5670550" cy="19177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sz="130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9"/>
        <p:cNvGrpSpPr/>
        <p:nvPr/>
      </p:nvGrpSpPr>
      <p:grpSpPr>
        <a:xfrm>
          <a:off x="0" y="0"/>
          <a:ext cx="0" cy="0"/>
          <a:chOff x="0" y="0"/>
          <a:chExt cx="0" cy="0"/>
        </a:xfrm>
      </p:grpSpPr>
      <p:sp>
        <p:nvSpPr>
          <p:cNvPr id="60" name="Google Shape;60;p11"/>
          <p:cNvSpPr txBox="1">
            <a:spLocks noGrp="1"/>
          </p:cNvSpPr>
          <p:nvPr>
            <p:ph type="title"/>
          </p:nvPr>
        </p:nvSpPr>
        <p:spPr>
          <a:xfrm>
            <a:off x="1735780" y="2399982"/>
            <a:ext cx="8127648" cy="8399939"/>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8819"/>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1" name="Google Shape;61;p11"/>
          <p:cNvSpPr txBox="1">
            <a:spLocks noGrp="1"/>
          </p:cNvSpPr>
          <p:nvPr>
            <p:ph type="body" idx="1"/>
          </p:nvPr>
        </p:nvSpPr>
        <p:spPr>
          <a:xfrm>
            <a:off x="10713272" y="5183304"/>
            <a:ext cx="12757487" cy="25583147"/>
          </a:xfrm>
          <a:prstGeom prst="rect">
            <a:avLst/>
          </a:prstGeom>
          <a:noFill/>
          <a:ln>
            <a:noFill/>
          </a:ln>
        </p:spPr>
        <p:txBody>
          <a:bodyPr spcFirstLastPara="1" wrap="square" lIns="91425" tIns="45700" rIns="91425" bIns="45700" anchor="t" anchorCtr="0">
            <a:noAutofit/>
          </a:bodyPr>
          <a:lstStyle>
            <a:lvl1pPr marL="457200" lvl="0" indent="-788606" algn="l">
              <a:lnSpc>
                <a:spcPct val="90000"/>
              </a:lnSpc>
              <a:spcBef>
                <a:spcPts val="2750"/>
              </a:spcBef>
              <a:spcAft>
                <a:spcPts val="0"/>
              </a:spcAft>
              <a:buClr>
                <a:schemeClr val="dk1"/>
              </a:buClr>
              <a:buSzPts val="8819"/>
              <a:buChar char="•"/>
              <a:defRPr sz="8819"/>
            </a:lvl1pPr>
            <a:lvl2pPr marL="914400" lvl="1" indent="-718629" algn="l">
              <a:lnSpc>
                <a:spcPct val="90000"/>
              </a:lnSpc>
              <a:spcBef>
                <a:spcPts val="1375"/>
              </a:spcBef>
              <a:spcAft>
                <a:spcPts val="0"/>
              </a:spcAft>
              <a:buClr>
                <a:schemeClr val="dk1"/>
              </a:buClr>
              <a:buSzPts val="7717"/>
              <a:buChar char="•"/>
              <a:defRPr sz="7717"/>
            </a:lvl2pPr>
            <a:lvl3pPr marL="1371600" lvl="2" indent="-648589" algn="l">
              <a:lnSpc>
                <a:spcPct val="90000"/>
              </a:lnSpc>
              <a:spcBef>
                <a:spcPts val="1375"/>
              </a:spcBef>
              <a:spcAft>
                <a:spcPts val="0"/>
              </a:spcAft>
              <a:buClr>
                <a:schemeClr val="dk1"/>
              </a:buClr>
              <a:buSzPts val="6614"/>
              <a:buChar char="•"/>
              <a:defRPr sz="6614"/>
            </a:lvl3pPr>
            <a:lvl4pPr marL="1828800" lvl="3" indent="-578612" algn="l">
              <a:lnSpc>
                <a:spcPct val="90000"/>
              </a:lnSpc>
              <a:spcBef>
                <a:spcPts val="1375"/>
              </a:spcBef>
              <a:spcAft>
                <a:spcPts val="0"/>
              </a:spcAft>
              <a:buClr>
                <a:schemeClr val="dk1"/>
              </a:buClr>
              <a:buSzPts val="5512"/>
              <a:buChar char="•"/>
              <a:defRPr sz="5512"/>
            </a:lvl4pPr>
            <a:lvl5pPr marL="2286000" lvl="4" indent="-578612" algn="l">
              <a:lnSpc>
                <a:spcPct val="90000"/>
              </a:lnSpc>
              <a:spcBef>
                <a:spcPts val="1375"/>
              </a:spcBef>
              <a:spcAft>
                <a:spcPts val="0"/>
              </a:spcAft>
              <a:buClr>
                <a:schemeClr val="dk1"/>
              </a:buClr>
              <a:buSzPts val="5512"/>
              <a:buChar char="•"/>
              <a:defRPr sz="5512"/>
            </a:lvl5pPr>
            <a:lvl6pPr marL="2743200" lvl="5" indent="-578612" algn="l">
              <a:lnSpc>
                <a:spcPct val="90000"/>
              </a:lnSpc>
              <a:spcBef>
                <a:spcPts val="1378"/>
              </a:spcBef>
              <a:spcAft>
                <a:spcPts val="0"/>
              </a:spcAft>
              <a:buClr>
                <a:schemeClr val="dk1"/>
              </a:buClr>
              <a:buSzPts val="5512"/>
              <a:buChar char="•"/>
              <a:defRPr sz="5512"/>
            </a:lvl6pPr>
            <a:lvl7pPr marL="3200400" lvl="6" indent="-578612" algn="l">
              <a:lnSpc>
                <a:spcPct val="90000"/>
              </a:lnSpc>
              <a:spcBef>
                <a:spcPts val="1378"/>
              </a:spcBef>
              <a:spcAft>
                <a:spcPts val="0"/>
              </a:spcAft>
              <a:buClr>
                <a:schemeClr val="dk1"/>
              </a:buClr>
              <a:buSzPts val="5512"/>
              <a:buChar char="•"/>
              <a:defRPr sz="5512"/>
            </a:lvl7pPr>
            <a:lvl8pPr marL="3657600" lvl="7" indent="-578612" algn="l">
              <a:lnSpc>
                <a:spcPct val="90000"/>
              </a:lnSpc>
              <a:spcBef>
                <a:spcPts val="1378"/>
              </a:spcBef>
              <a:spcAft>
                <a:spcPts val="0"/>
              </a:spcAft>
              <a:buClr>
                <a:schemeClr val="dk1"/>
              </a:buClr>
              <a:buSzPts val="5512"/>
              <a:buChar char="•"/>
              <a:defRPr sz="5512"/>
            </a:lvl8pPr>
            <a:lvl9pPr marL="4114800" lvl="8" indent="-578612" algn="l">
              <a:lnSpc>
                <a:spcPct val="90000"/>
              </a:lnSpc>
              <a:spcBef>
                <a:spcPts val="1378"/>
              </a:spcBef>
              <a:spcAft>
                <a:spcPts val="0"/>
              </a:spcAft>
              <a:buClr>
                <a:schemeClr val="dk1"/>
              </a:buClr>
              <a:buSzPts val="5512"/>
              <a:buChar char="•"/>
              <a:defRPr sz="5512"/>
            </a:lvl9pPr>
          </a:lstStyle>
          <a:p>
            <a:endParaRPr/>
          </a:p>
        </p:txBody>
      </p:sp>
      <p:sp>
        <p:nvSpPr>
          <p:cNvPr id="62" name="Google Shape;62;p11"/>
          <p:cNvSpPr txBox="1">
            <a:spLocks noGrp="1"/>
          </p:cNvSpPr>
          <p:nvPr>
            <p:ph type="body" idx="2"/>
          </p:nvPr>
        </p:nvSpPr>
        <p:spPr>
          <a:xfrm>
            <a:off x="1735780" y="10799922"/>
            <a:ext cx="8127648" cy="2000819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2750"/>
              </a:spcBef>
              <a:spcAft>
                <a:spcPts val="0"/>
              </a:spcAft>
              <a:buClr>
                <a:schemeClr val="dk1"/>
              </a:buClr>
              <a:buSzPts val="4409"/>
              <a:buNone/>
              <a:defRPr sz="4409"/>
            </a:lvl1pPr>
            <a:lvl2pPr marL="914400" lvl="1" indent="-228600" algn="l">
              <a:lnSpc>
                <a:spcPct val="90000"/>
              </a:lnSpc>
              <a:spcBef>
                <a:spcPts val="1375"/>
              </a:spcBef>
              <a:spcAft>
                <a:spcPts val="0"/>
              </a:spcAft>
              <a:buClr>
                <a:schemeClr val="dk1"/>
              </a:buClr>
              <a:buSzPts val="3858"/>
              <a:buNone/>
              <a:defRPr sz="3858"/>
            </a:lvl2pPr>
            <a:lvl3pPr marL="1371600" lvl="2" indent="-228600" algn="l">
              <a:lnSpc>
                <a:spcPct val="90000"/>
              </a:lnSpc>
              <a:spcBef>
                <a:spcPts val="1375"/>
              </a:spcBef>
              <a:spcAft>
                <a:spcPts val="0"/>
              </a:spcAft>
              <a:buClr>
                <a:schemeClr val="dk1"/>
              </a:buClr>
              <a:buSzPts val="3307"/>
              <a:buNone/>
              <a:defRPr sz="3307"/>
            </a:lvl3pPr>
            <a:lvl4pPr marL="1828800" lvl="3" indent="-228600" algn="l">
              <a:lnSpc>
                <a:spcPct val="90000"/>
              </a:lnSpc>
              <a:spcBef>
                <a:spcPts val="1375"/>
              </a:spcBef>
              <a:spcAft>
                <a:spcPts val="0"/>
              </a:spcAft>
              <a:buClr>
                <a:schemeClr val="dk1"/>
              </a:buClr>
              <a:buSzPts val="2756"/>
              <a:buNone/>
              <a:defRPr sz="2756"/>
            </a:lvl4pPr>
            <a:lvl5pPr marL="2286000" lvl="4" indent="-228600" algn="l">
              <a:lnSpc>
                <a:spcPct val="90000"/>
              </a:lnSpc>
              <a:spcBef>
                <a:spcPts val="1375"/>
              </a:spcBef>
              <a:spcAft>
                <a:spcPts val="0"/>
              </a:spcAft>
              <a:buClr>
                <a:schemeClr val="dk1"/>
              </a:buClr>
              <a:buSzPts val="2756"/>
              <a:buNone/>
              <a:defRPr sz="2756"/>
            </a:lvl5pPr>
            <a:lvl6pPr marL="2743200" lvl="5" indent="-228600" algn="l">
              <a:lnSpc>
                <a:spcPct val="90000"/>
              </a:lnSpc>
              <a:spcBef>
                <a:spcPts val="1378"/>
              </a:spcBef>
              <a:spcAft>
                <a:spcPts val="0"/>
              </a:spcAft>
              <a:buClr>
                <a:schemeClr val="dk1"/>
              </a:buClr>
              <a:buSzPts val="2756"/>
              <a:buNone/>
              <a:defRPr sz="2756"/>
            </a:lvl6pPr>
            <a:lvl7pPr marL="3200400" lvl="6" indent="-228600" algn="l">
              <a:lnSpc>
                <a:spcPct val="90000"/>
              </a:lnSpc>
              <a:spcBef>
                <a:spcPts val="1378"/>
              </a:spcBef>
              <a:spcAft>
                <a:spcPts val="0"/>
              </a:spcAft>
              <a:buClr>
                <a:schemeClr val="dk1"/>
              </a:buClr>
              <a:buSzPts val="2756"/>
              <a:buNone/>
              <a:defRPr sz="2756"/>
            </a:lvl7pPr>
            <a:lvl8pPr marL="3657600" lvl="7" indent="-228600" algn="l">
              <a:lnSpc>
                <a:spcPct val="90000"/>
              </a:lnSpc>
              <a:spcBef>
                <a:spcPts val="1378"/>
              </a:spcBef>
              <a:spcAft>
                <a:spcPts val="0"/>
              </a:spcAft>
              <a:buClr>
                <a:schemeClr val="dk1"/>
              </a:buClr>
              <a:buSzPts val="2756"/>
              <a:buNone/>
              <a:defRPr sz="2756"/>
            </a:lvl8pPr>
            <a:lvl9pPr marL="4114800" lvl="8" indent="-228600" algn="l">
              <a:lnSpc>
                <a:spcPct val="90000"/>
              </a:lnSpc>
              <a:spcBef>
                <a:spcPts val="1378"/>
              </a:spcBef>
              <a:spcAft>
                <a:spcPts val="0"/>
              </a:spcAft>
              <a:buClr>
                <a:schemeClr val="dk1"/>
              </a:buClr>
              <a:buSzPts val="2756"/>
              <a:buNone/>
              <a:defRPr sz="2756"/>
            </a:lvl9pPr>
          </a:lstStyle>
          <a:p>
            <a:endParaRPr/>
          </a:p>
        </p:txBody>
      </p:sp>
      <p:sp>
        <p:nvSpPr>
          <p:cNvPr id="63" name="Google Shape;63;p11"/>
          <p:cNvSpPr txBox="1">
            <a:spLocks noGrp="1"/>
          </p:cNvSpPr>
          <p:nvPr>
            <p:ph type="dt" idx="10"/>
          </p:nvPr>
        </p:nvSpPr>
        <p:spPr>
          <a:xfrm>
            <a:off x="1731963" y="33366075"/>
            <a:ext cx="5670550" cy="19177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1"/>
          <p:cNvSpPr txBox="1">
            <a:spLocks noGrp="1"/>
          </p:cNvSpPr>
          <p:nvPr>
            <p:ph type="ftr" idx="11"/>
          </p:nvPr>
        </p:nvSpPr>
        <p:spPr>
          <a:xfrm>
            <a:off x="8347075" y="33366075"/>
            <a:ext cx="8505825" cy="19177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11"/>
          <p:cNvSpPr txBox="1">
            <a:spLocks noGrp="1"/>
          </p:cNvSpPr>
          <p:nvPr>
            <p:ph type="sldNum" idx="12"/>
          </p:nvPr>
        </p:nvSpPr>
        <p:spPr>
          <a:xfrm>
            <a:off x="17797463" y="33366075"/>
            <a:ext cx="5670550" cy="19177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sz="130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6"/>
        <p:cNvGrpSpPr/>
        <p:nvPr/>
      </p:nvGrpSpPr>
      <p:grpSpPr>
        <a:xfrm>
          <a:off x="0" y="0"/>
          <a:ext cx="0" cy="0"/>
          <a:chOff x="0" y="0"/>
          <a:chExt cx="0" cy="0"/>
        </a:xfrm>
      </p:grpSpPr>
      <p:sp>
        <p:nvSpPr>
          <p:cNvPr id="67" name="Google Shape;67;p12"/>
          <p:cNvSpPr txBox="1">
            <a:spLocks noGrp="1"/>
          </p:cNvSpPr>
          <p:nvPr>
            <p:ph type="title"/>
          </p:nvPr>
        </p:nvSpPr>
        <p:spPr>
          <a:xfrm>
            <a:off x="1735780" y="2399982"/>
            <a:ext cx="8127648" cy="8399939"/>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8819"/>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8" name="Google Shape;68;p12"/>
          <p:cNvSpPr>
            <a:spLocks noGrp="1"/>
          </p:cNvSpPr>
          <p:nvPr>
            <p:ph type="pic" idx="2"/>
          </p:nvPr>
        </p:nvSpPr>
        <p:spPr>
          <a:xfrm>
            <a:off x="10713272" y="5183304"/>
            <a:ext cx="12757487" cy="25583147"/>
          </a:xfrm>
          <a:prstGeom prst="rect">
            <a:avLst/>
          </a:prstGeom>
          <a:noFill/>
          <a:ln>
            <a:noFill/>
          </a:ln>
        </p:spPr>
      </p:sp>
      <p:sp>
        <p:nvSpPr>
          <p:cNvPr id="69" name="Google Shape;69;p12"/>
          <p:cNvSpPr txBox="1">
            <a:spLocks noGrp="1"/>
          </p:cNvSpPr>
          <p:nvPr>
            <p:ph type="body" idx="1"/>
          </p:nvPr>
        </p:nvSpPr>
        <p:spPr>
          <a:xfrm>
            <a:off x="1735780" y="10799922"/>
            <a:ext cx="8127648" cy="2000819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2750"/>
              </a:spcBef>
              <a:spcAft>
                <a:spcPts val="0"/>
              </a:spcAft>
              <a:buClr>
                <a:schemeClr val="dk1"/>
              </a:buClr>
              <a:buSzPts val="4409"/>
              <a:buNone/>
              <a:defRPr sz="4409"/>
            </a:lvl1pPr>
            <a:lvl2pPr marL="914400" lvl="1" indent="-228600" algn="l">
              <a:lnSpc>
                <a:spcPct val="90000"/>
              </a:lnSpc>
              <a:spcBef>
                <a:spcPts val="1375"/>
              </a:spcBef>
              <a:spcAft>
                <a:spcPts val="0"/>
              </a:spcAft>
              <a:buClr>
                <a:schemeClr val="dk1"/>
              </a:buClr>
              <a:buSzPts val="3858"/>
              <a:buNone/>
              <a:defRPr sz="3858"/>
            </a:lvl2pPr>
            <a:lvl3pPr marL="1371600" lvl="2" indent="-228600" algn="l">
              <a:lnSpc>
                <a:spcPct val="90000"/>
              </a:lnSpc>
              <a:spcBef>
                <a:spcPts val="1375"/>
              </a:spcBef>
              <a:spcAft>
                <a:spcPts val="0"/>
              </a:spcAft>
              <a:buClr>
                <a:schemeClr val="dk1"/>
              </a:buClr>
              <a:buSzPts val="3307"/>
              <a:buNone/>
              <a:defRPr sz="3307"/>
            </a:lvl3pPr>
            <a:lvl4pPr marL="1828800" lvl="3" indent="-228600" algn="l">
              <a:lnSpc>
                <a:spcPct val="90000"/>
              </a:lnSpc>
              <a:spcBef>
                <a:spcPts val="1375"/>
              </a:spcBef>
              <a:spcAft>
                <a:spcPts val="0"/>
              </a:spcAft>
              <a:buClr>
                <a:schemeClr val="dk1"/>
              </a:buClr>
              <a:buSzPts val="2756"/>
              <a:buNone/>
              <a:defRPr sz="2756"/>
            </a:lvl4pPr>
            <a:lvl5pPr marL="2286000" lvl="4" indent="-228600" algn="l">
              <a:lnSpc>
                <a:spcPct val="90000"/>
              </a:lnSpc>
              <a:spcBef>
                <a:spcPts val="1375"/>
              </a:spcBef>
              <a:spcAft>
                <a:spcPts val="0"/>
              </a:spcAft>
              <a:buClr>
                <a:schemeClr val="dk1"/>
              </a:buClr>
              <a:buSzPts val="2756"/>
              <a:buNone/>
              <a:defRPr sz="2756"/>
            </a:lvl5pPr>
            <a:lvl6pPr marL="2743200" lvl="5" indent="-228600" algn="l">
              <a:lnSpc>
                <a:spcPct val="90000"/>
              </a:lnSpc>
              <a:spcBef>
                <a:spcPts val="1378"/>
              </a:spcBef>
              <a:spcAft>
                <a:spcPts val="0"/>
              </a:spcAft>
              <a:buClr>
                <a:schemeClr val="dk1"/>
              </a:buClr>
              <a:buSzPts val="2756"/>
              <a:buNone/>
              <a:defRPr sz="2756"/>
            </a:lvl6pPr>
            <a:lvl7pPr marL="3200400" lvl="6" indent="-228600" algn="l">
              <a:lnSpc>
                <a:spcPct val="90000"/>
              </a:lnSpc>
              <a:spcBef>
                <a:spcPts val="1378"/>
              </a:spcBef>
              <a:spcAft>
                <a:spcPts val="0"/>
              </a:spcAft>
              <a:buClr>
                <a:schemeClr val="dk1"/>
              </a:buClr>
              <a:buSzPts val="2756"/>
              <a:buNone/>
              <a:defRPr sz="2756"/>
            </a:lvl7pPr>
            <a:lvl8pPr marL="3657600" lvl="7" indent="-228600" algn="l">
              <a:lnSpc>
                <a:spcPct val="90000"/>
              </a:lnSpc>
              <a:spcBef>
                <a:spcPts val="1378"/>
              </a:spcBef>
              <a:spcAft>
                <a:spcPts val="0"/>
              </a:spcAft>
              <a:buClr>
                <a:schemeClr val="dk1"/>
              </a:buClr>
              <a:buSzPts val="2756"/>
              <a:buNone/>
              <a:defRPr sz="2756"/>
            </a:lvl8pPr>
            <a:lvl9pPr marL="4114800" lvl="8" indent="-228600" algn="l">
              <a:lnSpc>
                <a:spcPct val="90000"/>
              </a:lnSpc>
              <a:spcBef>
                <a:spcPts val="1378"/>
              </a:spcBef>
              <a:spcAft>
                <a:spcPts val="0"/>
              </a:spcAft>
              <a:buClr>
                <a:schemeClr val="dk1"/>
              </a:buClr>
              <a:buSzPts val="2756"/>
              <a:buNone/>
              <a:defRPr sz="2756"/>
            </a:lvl9pPr>
          </a:lstStyle>
          <a:p>
            <a:endParaRPr/>
          </a:p>
        </p:txBody>
      </p:sp>
      <p:sp>
        <p:nvSpPr>
          <p:cNvPr id="70" name="Google Shape;70;p12"/>
          <p:cNvSpPr txBox="1">
            <a:spLocks noGrp="1"/>
          </p:cNvSpPr>
          <p:nvPr>
            <p:ph type="dt" idx="10"/>
          </p:nvPr>
        </p:nvSpPr>
        <p:spPr>
          <a:xfrm>
            <a:off x="1731963" y="33366075"/>
            <a:ext cx="5670550" cy="19177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2"/>
          <p:cNvSpPr txBox="1">
            <a:spLocks noGrp="1"/>
          </p:cNvSpPr>
          <p:nvPr>
            <p:ph type="ftr" idx="11"/>
          </p:nvPr>
        </p:nvSpPr>
        <p:spPr>
          <a:xfrm>
            <a:off x="8347075" y="33366075"/>
            <a:ext cx="8505825" cy="19177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2"/>
          <p:cNvSpPr txBox="1">
            <a:spLocks noGrp="1"/>
          </p:cNvSpPr>
          <p:nvPr>
            <p:ph type="sldNum" idx="12"/>
          </p:nvPr>
        </p:nvSpPr>
        <p:spPr>
          <a:xfrm>
            <a:off x="17797463" y="33366075"/>
            <a:ext cx="5670550" cy="19177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sz="130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3"/>
        <p:cNvGrpSpPr/>
        <p:nvPr/>
      </p:nvGrpSpPr>
      <p:grpSpPr>
        <a:xfrm>
          <a:off x="0" y="0"/>
          <a:ext cx="0" cy="0"/>
          <a:chOff x="0" y="0"/>
          <a:chExt cx="0" cy="0"/>
        </a:xfrm>
      </p:grpSpPr>
      <p:sp>
        <p:nvSpPr>
          <p:cNvPr id="74" name="Google Shape;74;p13"/>
          <p:cNvSpPr txBox="1">
            <a:spLocks noGrp="1"/>
          </p:cNvSpPr>
          <p:nvPr>
            <p:ph type="title"/>
          </p:nvPr>
        </p:nvSpPr>
        <p:spPr>
          <a:xfrm>
            <a:off x="1731963" y="1916113"/>
            <a:ext cx="21736050" cy="69596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5" name="Google Shape;75;p13"/>
          <p:cNvSpPr txBox="1">
            <a:spLocks noGrp="1"/>
          </p:cNvSpPr>
          <p:nvPr>
            <p:ph type="body" idx="1"/>
          </p:nvPr>
        </p:nvSpPr>
        <p:spPr>
          <a:xfrm rot="5400000">
            <a:off x="1179513" y="10136188"/>
            <a:ext cx="22840950" cy="2173605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2750"/>
              </a:spcBef>
              <a:spcAft>
                <a:spcPts val="0"/>
              </a:spcAft>
              <a:buClr>
                <a:schemeClr val="dk1"/>
              </a:buClr>
              <a:buSzPts val="1800"/>
              <a:buChar char="•"/>
              <a:defRPr/>
            </a:lvl1pPr>
            <a:lvl2pPr marL="914400" lvl="1" indent="-342900" algn="l">
              <a:lnSpc>
                <a:spcPct val="90000"/>
              </a:lnSpc>
              <a:spcBef>
                <a:spcPts val="1375"/>
              </a:spcBef>
              <a:spcAft>
                <a:spcPts val="0"/>
              </a:spcAft>
              <a:buClr>
                <a:schemeClr val="dk1"/>
              </a:buClr>
              <a:buSzPts val="1800"/>
              <a:buChar char="•"/>
              <a:defRPr/>
            </a:lvl2pPr>
            <a:lvl3pPr marL="1371600" lvl="2" indent="-342900" algn="l">
              <a:lnSpc>
                <a:spcPct val="90000"/>
              </a:lnSpc>
              <a:spcBef>
                <a:spcPts val="1375"/>
              </a:spcBef>
              <a:spcAft>
                <a:spcPts val="0"/>
              </a:spcAft>
              <a:buClr>
                <a:schemeClr val="dk1"/>
              </a:buClr>
              <a:buSzPts val="1800"/>
              <a:buChar char="•"/>
              <a:defRPr/>
            </a:lvl3pPr>
            <a:lvl4pPr marL="1828800" lvl="3" indent="-342900" algn="l">
              <a:lnSpc>
                <a:spcPct val="90000"/>
              </a:lnSpc>
              <a:spcBef>
                <a:spcPts val="1375"/>
              </a:spcBef>
              <a:spcAft>
                <a:spcPts val="0"/>
              </a:spcAft>
              <a:buClr>
                <a:schemeClr val="dk1"/>
              </a:buClr>
              <a:buSzPts val="1800"/>
              <a:buChar char="•"/>
              <a:defRPr/>
            </a:lvl4pPr>
            <a:lvl5pPr marL="2286000" lvl="4" indent="-342900" algn="l">
              <a:lnSpc>
                <a:spcPct val="90000"/>
              </a:lnSpc>
              <a:spcBef>
                <a:spcPts val="1375"/>
              </a:spcBef>
              <a:spcAft>
                <a:spcPts val="0"/>
              </a:spcAft>
              <a:buClr>
                <a:schemeClr val="dk1"/>
              </a:buClr>
              <a:buSzPts val="1800"/>
              <a:buChar char="•"/>
              <a:defRPr/>
            </a:lvl5pPr>
            <a:lvl6pPr marL="2743200" lvl="5" indent="-342900" algn="l">
              <a:lnSpc>
                <a:spcPct val="90000"/>
              </a:lnSpc>
              <a:spcBef>
                <a:spcPts val="1378"/>
              </a:spcBef>
              <a:spcAft>
                <a:spcPts val="0"/>
              </a:spcAft>
              <a:buClr>
                <a:schemeClr val="dk1"/>
              </a:buClr>
              <a:buSzPts val="1800"/>
              <a:buChar char="•"/>
              <a:defRPr/>
            </a:lvl6pPr>
            <a:lvl7pPr marL="3200400" lvl="6" indent="-342900" algn="l">
              <a:lnSpc>
                <a:spcPct val="90000"/>
              </a:lnSpc>
              <a:spcBef>
                <a:spcPts val="1378"/>
              </a:spcBef>
              <a:spcAft>
                <a:spcPts val="0"/>
              </a:spcAft>
              <a:buClr>
                <a:schemeClr val="dk1"/>
              </a:buClr>
              <a:buSzPts val="1800"/>
              <a:buChar char="•"/>
              <a:defRPr/>
            </a:lvl7pPr>
            <a:lvl8pPr marL="3657600" lvl="7" indent="-342900" algn="l">
              <a:lnSpc>
                <a:spcPct val="90000"/>
              </a:lnSpc>
              <a:spcBef>
                <a:spcPts val="1378"/>
              </a:spcBef>
              <a:spcAft>
                <a:spcPts val="0"/>
              </a:spcAft>
              <a:buClr>
                <a:schemeClr val="dk1"/>
              </a:buClr>
              <a:buSzPts val="1800"/>
              <a:buChar char="•"/>
              <a:defRPr/>
            </a:lvl8pPr>
            <a:lvl9pPr marL="4114800" lvl="8" indent="-342900" algn="l">
              <a:lnSpc>
                <a:spcPct val="90000"/>
              </a:lnSpc>
              <a:spcBef>
                <a:spcPts val="1378"/>
              </a:spcBef>
              <a:spcAft>
                <a:spcPts val="0"/>
              </a:spcAft>
              <a:buClr>
                <a:schemeClr val="dk1"/>
              </a:buClr>
              <a:buSzPts val="1800"/>
              <a:buChar char="•"/>
              <a:defRPr/>
            </a:lvl9pPr>
          </a:lstStyle>
          <a:p>
            <a:endParaRPr/>
          </a:p>
        </p:txBody>
      </p:sp>
      <p:sp>
        <p:nvSpPr>
          <p:cNvPr id="76" name="Google Shape;76;p13"/>
          <p:cNvSpPr txBox="1">
            <a:spLocks noGrp="1"/>
          </p:cNvSpPr>
          <p:nvPr>
            <p:ph type="dt" idx="10"/>
          </p:nvPr>
        </p:nvSpPr>
        <p:spPr>
          <a:xfrm>
            <a:off x="1731963" y="33366075"/>
            <a:ext cx="5670550" cy="19177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3"/>
          <p:cNvSpPr txBox="1">
            <a:spLocks noGrp="1"/>
          </p:cNvSpPr>
          <p:nvPr>
            <p:ph type="ftr" idx="11"/>
          </p:nvPr>
        </p:nvSpPr>
        <p:spPr>
          <a:xfrm>
            <a:off x="8347075" y="33366075"/>
            <a:ext cx="8505825" cy="19177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3"/>
          <p:cNvSpPr txBox="1">
            <a:spLocks noGrp="1"/>
          </p:cNvSpPr>
          <p:nvPr>
            <p:ph type="sldNum" idx="12"/>
          </p:nvPr>
        </p:nvSpPr>
        <p:spPr>
          <a:xfrm>
            <a:off x="17797463" y="33366075"/>
            <a:ext cx="5670550" cy="19177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sz="130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9"/>
        <p:cNvGrpSpPr/>
        <p:nvPr/>
      </p:nvGrpSpPr>
      <p:grpSpPr>
        <a:xfrm>
          <a:off x="0" y="0"/>
          <a:ext cx="0" cy="0"/>
          <a:chOff x="0" y="0"/>
          <a:chExt cx="0" cy="0"/>
        </a:xfrm>
      </p:grpSpPr>
      <p:sp>
        <p:nvSpPr>
          <p:cNvPr id="80" name="Google Shape;80;p14"/>
          <p:cNvSpPr txBox="1">
            <a:spLocks noGrp="1"/>
          </p:cNvSpPr>
          <p:nvPr>
            <p:ph type="title"/>
          </p:nvPr>
        </p:nvSpPr>
        <p:spPr>
          <a:xfrm rot="5400000">
            <a:off x="5496548" y="14453838"/>
            <a:ext cx="30508114" cy="543374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1" name="Google Shape;81;p14"/>
          <p:cNvSpPr txBox="1">
            <a:spLocks noGrp="1"/>
          </p:cNvSpPr>
          <p:nvPr>
            <p:ph type="body" idx="1"/>
          </p:nvPr>
        </p:nvSpPr>
        <p:spPr>
          <a:xfrm rot="5400000">
            <a:off x="-5528440" y="9177593"/>
            <a:ext cx="30508114" cy="15986234"/>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2750"/>
              </a:spcBef>
              <a:spcAft>
                <a:spcPts val="0"/>
              </a:spcAft>
              <a:buClr>
                <a:schemeClr val="dk1"/>
              </a:buClr>
              <a:buSzPts val="1800"/>
              <a:buChar char="•"/>
              <a:defRPr/>
            </a:lvl1pPr>
            <a:lvl2pPr marL="914400" lvl="1" indent="-342900" algn="l">
              <a:lnSpc>
                <a:spcPct val="90000"/>
              </a:lnSpc>
              <a:spcBef>
                <a:spcPts val="1375"/>
              </a:spcBef>
              <a:spcAft>
                <a:spcPts val="0"/>
              </a:spcAft>
              <a:buClr>
                <a:schemeClr val="dk1"/>
              </a:buClr>
              <a:buSzPts val="1800"/>
              <a:buChar char="•"/>
              <a:defRPr/>
            </a:lvl2pPr>
            <a:lvl3pPr marL="1371600" lvl="2" indent="-342900" algn="l">
              <a:lnSpc>
                <a:spcPct val="90000"/>
              </a:lnSpc>
              <a:spcBef>
                <a:spcPts val="1375"/>
              </a:spcBef>
              <a:spcAft>
                <a:spcPts val="0"/>
              </a:spcAft>
              <a:buClr>
                <a:schemeClr val="dk1"/>
              </a:buClr>
              <a:buSzPts val="1800"/>
              <a:buChar char="•"/>
              <a:defRPr/>
            </a:lvl3pPr>
            <a:lvl4pPr marL="1828800" lvl="3" indent="-342900" algn="l">
              <a:lnSpc>
                <a:spcPct val="90000"/>
              </a:lnSpc>
              <a:spcBef>
                <a:spcPts val="1375"/>
              </a:spcBef>
              <a:spcAft>
                <a:spcPts val="0"/>
              </a:spcAft>
              <a:buClr>
                <a:schemeClr val="dk1"/>
              </a:buClr>
              <a:buSzPts val="1800"/>
              <a:buChar char="•"/>
              <a:defRPr/>
            </a:lvl4pPr>
            <a:lvl5pPr marL="2286000" lvl="4" indent="-342900" algn="l">
              <a:lnSpc>
                <a:spcPct val="90000"/>
              </a:lnSpc>
              <a:spcBef>
                <a:spcPts val="1375"/>
              </a:spcBef>
              <a:spcAft>
                <a:spcPts val="0"/>
              </a:spcAft>
              <a:buClr>
                <a:schemeClr val="dk1"/>
              </a:buClr>
              <a:buSzPts val="1800"/>
              <a:buChar char="•"/>
              <a:defRPr/>
            </a:lvl5pPr>
            <a:lvl6pPr marL="2743200" lvl="5" indent="-342900" algn="l">
              <a:lnSpc>
                <a:spcPct val="90000"/>
              </a:lnSpc>
              <a:spcBef>
                <a:spcPts val="1378"/>
              </a:spcBef>
              <a:spcAft>
                <a:spcPts val="0"/>
              </a:spcAft>
              <a:buClr>
                <a:schemeClr val="dk1"/>
              </a:buClr>
              <a:buSzPts val="1800"/>
              <a:buChar char="•"/>
              <a:defRPr/>
            </a:lvl6pPr>
            <a:lvl7pPr marL="3200400" lvl="6" indent="-342900" algn="l">
              <a:lnSpc>
                <a:spcPct val="90000"/>
              </a:lnSpc>
              <a:spcBef>
                <a:spcPts val="1378"/>
              </a:spcBef>
              <a:spcAft>
                <a:spcPts val="0"/>
              </a:spcAft>
              <a:buClr>
                <a:schemeClr val="dk1"/>
              </a:buClr>
              <a:buSzPts val="1800"/>
              <a:buChar char="•"/>
              <a:defRPr/>
            </a:lvl7pPr>
            <a:lvl8pPr marL="3657600" lvl="7" indent="-342900" algn="l">
              <a:lnSpc>
                <a:spcPct val="90000"/>
              </a:lnSpc>
              <a:spcBef>
                <a:spcPts val="1378"/>
              </a:spcBef>
              <a:spcAft>
                <a:spcPts val="0"/>
              </a:spcAft>
              <a:buClr>
                <a:schemeClr val="dk1"/>
              </a:buClr>
              <a:buSzPts val="1800"/>
              <a:buChar char="•"/>
              <a:defRPr/>
            </a:lvl8pPr>
            <a:lvl9pPr marL="4114800" lvl="8" indent="-342900" algn="l">
              <a:lnSpc>
                <a:spcPct val="90000"/>
              </a:lnSpc>
              <a:spcBef>
                <a:spcPts val="1378"/>
              </a:spcBef>
              <a:spcAft>
                <a:spcPts val="0"/>
              </a:spcAft>
              <a:buClr>
                <a:schemeClr val="dk1"/>
              </a:buClr>
              <a:buSzPts val="1800"/>
              <a:buChar char="•"/>
              <a:defRPr/>
            </a:lvl9pPr>
          </a:lstStyle>
          <a:p>
            <a:endParaRPr/>
          </a:p>
        </p:txBody>
      </p:sp>
      <p:sp>
        <p:nvSpPr>
          <p:cNvPr id="82" name="Google Shape;82;p14"/>
          <p:cNvSpPr txBox="1">
            <a:spLocks noGrp="1"/>
          </p:cNvSpPr>
          <p:nvPr>
            <p:ph type="dt" idx="10"/>
          </p:nvPr>
        </p:nvSpPr>
        <p:spPr>
          <a:xfrm>
            <a:off x="1731963" y="33366075"/>
            <a:ext cx="5670550" cy="19177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4"/>
          <p:cNvSpPr txBox="1">
            <a:spLocks noGrp="1"/>
          </p:cNvSpPr>
          <p:nvPr>
            <p:ph type="ftr" idx="11"/>
          </p:nvPr>
        </p:nvSpPr>
        <p:spPr>
          <a:xfrm>
            <a:off x="8347075" y="33366075"/>
            <a:ext cx="8505825" cy="19177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14"/>
          <p:cNvSpPr txBox="1">
            <a:spLocks noGrp="1"/>
          </p:cNvSpPr>
          <p:nvPr>
            <p:ph type="sldNum" idx="12"/>
          </p:nvPr>
        </p:nvSpPr>
        <p:spPr>
          <a:xfrm>
            <a:off x="17797463" y="33366075"/>
            <a:ext cx="5670550" cy="19177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sz="130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1731963" y="1916113"/>
            <a:ext cx="21736050" cy="69596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rgbClr val="000000"/>
              </a:buClr>
              <a:buSzPts val="1400"/>
              <a:buFont typeface="Arial"/>
              <a:buNone/>
              <a:defRPr sz="121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Clr>
                <a:srgbClr val="000000"/>
              </a:buClr>
              <a:buSzPts val="1400"/>
              <a:buFont typeface="Arial"/>
              <a:buNone/>
              <a:defRPr sz="121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Clr>
                <a:srgbClr val="000000"/>
              </a:buClr>
              <a:buSzPts val="1400"/>
              <a:buFont typeface="Arial"/>
              <a:buNone/>
              <a:defRPr sz="121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Clr>
                <a:srgbClr val="000000"/>
              </a:buClr>
              <a:buSzPts val="1400"/>
              <a:buFont typeface="Arial"/>
              <a:buNone/>
              <a:defRPr sz="121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Clr>
                <a:srgbClr val="000000"/>
              </a:buClr>
              <a:buSzPts val="1400"/>
              <a:buFont typeface="Arial"/>
              <a:buNone/>
              <a:defRPr sz="121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Clr>
                <a:srgbClr val="000000"/>
              </a:buClr>
              <a:buSzPts val="1400"/>
              <a:buFont typeface="Arial"/>
              <a:buNone/>
              <a:defRPr sz="121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Clr>
                <a:srgbClr val="000000"/>
              </a:buClr>
              <a:buSzPts val="1400"/>
              <a:buFont typeface="Arial"/>
              <a:buNone/>
              <a:defRPr sz="121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Clr>
                <a:srgbClr val="000000"/>
              </a:buClr>
              <a:buSzPts val="1400"/>
              <a:buFont typeface="Arial"/>
              <a:buNone/>
              <a:defRPr sz="121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Clr>
                <a:srgbClr val="000000"/>
              </a:buClr>
              <a:buSzPts val="1400"/>
              <a:buFont typeface="Arial"/>
              <a:buNone/>
              <a:defRPr sz="12100" b="0" i="0" u="none" strike="noStrike" cap="none">
                <a:solidFill>
                  <a:schemeClr val="dk1"/>
                </a:solidFill>
                <a:latin typeface="Calibri"/>
                <a:ea typeface="Calibri"/>
                <a:cs typeface="Calibri"/>
                <a:sym typeface="Calibri"/>
              </a:defRPr>
            </a:lvl9pPr>
          </a:lstStyle>
          <a:p>
            <a:endParaRPr/>
          </a:p>
        </p:txBody>
      </p:sp>
      <p:sp>
        <p:nvSpPr>
          <p:cNvPr id="7" name="Google Shape;7;p2"/>
          <p:cNvSpPr txBox="1">
            <a:spLocks noGrp="1"/>
          </p:cNvSpPr>
          <p:nvPr>
            <p:ph type="body" idx="1"/>
          </p:nvPr>
        </p:nvSpPr>
        <p:spPr>
          <a:xfrm>
            <a:off x="1731963" y="9583738"/>
            <a:ext cx="21736050" cy="22840950"/>
          </a:xfrm>
          <a:prstGeom prst="rect">
            <a:avLst/>
          </a:prstGeom>
          <a:noFill/>
          <a:ln>
            <a:noFill/>
          </a:ln>
        </p:spPr>
        <p:txBody>
          <a:bodyPr spcFirstLastPara="1" wrap="square" lIns="91425" tIns="45700" rIns="91425" bIns="45700" anchor="t" anchorCtr="0">
            <a:noAutofit/>
          </a:bodyPr>
          <a:lstStyle>
            <a:lvl1pPr marL="457200" marR="0" lvl="0" indent="-717550" algn="l" rtl="0">
              <a:lnSpc>
                <a:spcPct val="90000"/>
              </a:lnSpc>
              <a:spcBef>
                <a:spcPts val="2750"/>
              </a:spcBef>
              <a:spcAft>
                <a:spcPts val="0"/>
              </a:spcAft>
              <a:buClr>
                <a:schemeClr val="dk1"/>
              </a:buClr>
              <a:buSzPts val="7700"/>
              <a:buFont typeface="Arial"/>
              <a:buChar char="•"/>
              <a:defRPr sz="7700" b="0" i="0" u="none" strike="noStrike" cap="none">
                <a:solidFill>
                  <a:schemeClr val="dk1"/>
                </a:solidFill>
                <a:latin typeface="Calibri"/>
                <a:ea typeface="Calibri"/>
                <a:cs typeface="Calibri"/>
                <a:sym typeface="Calibri"/>
              </a:defRPr>
            </a:lvl1pPr>
            <a:lvl2pPr marL="914400" marR="0" lvl="1" indent="-647700" algn="l" rtl="0">
              <a:lnSpc>
                <a:spcPct val="90000"/>
              </a:lnSpc>
              <a:spcBef>
                <a:spcPts val="1375"/>
              </a:spcBef>
              <a:spcAft>
                <a:spcPts val="0"/>
              </a:spcAft>
              <a:buClr>
                <a:schemeClr val="dk1"/>
              </a:buClr>
              <a:buSzPts val="6600"/>
              <a:buFont typeface="Arial"/>
              <a:buChar char="•"/>
              <a:defRPr sz="6600" b="0" i="0" u="none" strike="noStrike" cap="none">
                <a:solidFill>
                  <a:schemeClr val="dk1"/>
                </a:solidFill>
                <a:latin typeface="Calibri"/>
                <a:ea typeface="Calibri"/>
                <a:cs typeface="Calibri"/>
                <a:sym typeface="Calibri"/>
              </a:defRPr>
            </a:lvl2pPr>
            <a:lvl3pPr marL="1371600" marR="0" lvl="2" indent="-577850" algn="l" rtl="0">
              <a:lnSpc>
                <a:spcPct val="90000"/>
              </a:lnSpc>
              <a:spcBef>
                <a:spcPts val="1375"/>
              </a:spcBef>
              <a:spcAft>
                <a:spcPts val="0"/>
              </a:spcAft>
              <a:buClr>
                <a:schemeClr val="dk1"/>
              </a:buClr>
              <a:buSzPts val="5500"/>
              <a:buFont typeface="Arial"/>
              <a:buChar char="•"/>
              <a:defRPr sz="5500" b="0" i="0" u="none" strike="noStrike" cap="none">
                <a:solidFill>
                  <a:schemeClr val="dk1"/>
                </a:solidFill>
                <a:latin typeface="Calibri"/>
                <a:ea typeface="Calibri"/>
                <a:cs typeface="Calibri"/>
                <a:sym typeface="Calibri"/>
              </a:defRPr>
            </a:lvl3pPr>
            <a:lvl4pPr marL="1828800" marR="0" lvl="3" indent="-539750" algn="l" rtl="0">
              <a:lnSpc>
                <a:spcPct val="90000"/>
              </a:lnSpc>
              <a:spcBef>
                <a:spcPts val="1375"/>
              </a:spcBef>
              <a:spcAft>
                <a:spcPts val="0"/>
              </a:spcAft>
              <a:buClr>
                <a:schemeClr val="dk1"/>
              </a:buClr>
              <a:buSzPts val="4900"/>
              <a:buFont typeface="Arial"/>
              <a:buChar char="•"/>
              <a:defRPr sz="4900" b="0" i="0" u="none" strike="noStrike" cap="none">
                <a:solidFill>
                  <a:schemeClr val="dk1"/>
                </a:solidFill>
                <a:latin typeface="Calibri"/>
                <a:ea typeface="Calibri"/>
                <a:cs typeface="Calibri"/>
                <a:sym typeface="Calibri"/>
              </a:defRPr>
            </a:lvl4pPr>
            <a:lvl5pPr marL="2286000" marR="0" lvl="4" indent="-539750" algn="l" rtl="0">
              <a:lnSpc>
                <a:spcPct val="90000"/>
              </a:lnSpc>
              <a:spcBef>
                <a:spcPts val="1375"/>
              </a:spcBef>
              <a:spcAft>
                <a:spcPts val="0"/>
              </a:spcAft>
              <a:buClr>
                <a:schemeClr val="dk1"/>
              </a:buClr>
              <a:buSzPts val="4900"/>
              <a:buFont typeface="Arial"/>
              <a:buChar char="•"/>
              <a:defRPr sz="4900" b="0" i="0" u="none" strike="noStrike" cap="none">
                <a:solidFill>
                  <a:schemeClr val="dk1"/>
                </a:solidFill>
                <a:latin typeface="Calibri"/>
                <a:ea typeface="Calibri"/>
                <a:cs typeface="Calibri"/>
                <a:sym typeface="Calibri"/>
              </a:defRPr>
            </a:lvl5pPr>
            <a:lvl6pPr marL="2743200" marR="0" lvl="5" indent="-543623" algn="l" rtl="0">
              <a:lnSpc>
                <a:spcPct val="90000"/>
              </a:lnSpc>
              <a:spcBef>
                <a:spcPts val="1378"/>
              </a:spcBef>
              <a:spcAft>
                <a:spcPts val="0"/>
              </a:spcAft>
              <a:buClr>
                <a:schemeClr val="dk1"/>
              </a:buClr>
              <a:buSzPts val="4961"/>
              <a:buFont typeface="Arial"/>
              <a:buChar char="•"/>
              <a:defRPr sz="4961" b="0" i="0" u="none" strike="noStrike" cap="none">
                <a:solidFill>
                  <a:schemeClr val="dk1"/>
                </a:solidFill>
                <a:latin typeface="Calibri"/>
                <a:ea typeface="Calibri"/>
                <a:cs typeface="Calibri"/>
                <a:sym typeface="Calibri"/>
              </a:defRPr>
            </a:lvl6pPr>
            <a:lvl7pPr marL="3200400" marR="0" lvl="6" indent="-543623" algn="l" rtl="0">
              <a:lnSpc>
                <a:spcPct val="90000"/>
              </a:lnSpc>
              <a:spcBef>
                <a:spcPts val="1378"/>
              </a:spcBef>
              <a:spcAft>
                <a:spcPts val="0"/>
              </a:spcAft>
              <a:buClr>
                <a:schemeClr val="dk1"/>
              </a:buClr>
              <a:buSzPts val="4961"/>
              <a:buFont typeface="Arial"/>
              <a:buChar char="•"/>
              <a:defRPr sz="4961" b="0" i="0" u="none" strike="noStrike" cap="none">
                <a:solidFill>
                  <a:schemeClr val="dk1"/>
                </a:solidFill>
                <a:latin typeface="Calibri"/>
                <a:ea typeface="Calibri"/>
                <a:cs typeface="Calibri"/>
                <a:sym typeface="Calibri"/>
              </a:defRPr>
            </a:lvl7pPr>
            <a:lvl8pPr marL="3657600" marR="0" lvl="7" indent="-543623" algn="l" rtl="0">
              <a:lnSpc>
                <a:spcPct val="90000"/>
              </a:lnSpc>
              <a:spcBef>
                <a:spcPts val="1378"/>
              </a:spcBef>
              <a:spcAft>
                <a:spcPts val="0"/>
              </a:spcAft>
              <a:buClr>
                <a:schemeClr val="dk1"/>
              </a:buClr>
              <a:buSzPts val="4961"/>
              <a:buFont typeface="Arial"/>
              <a:buChar char="•"/>
              <a:defRPr sz="4961" b="0" i="0" u="none" strike="noStrike" cap="none">
                <a:solidFill>
                  <a:schemeClr val="dk1"/>
                </a:solidFill>
                <a:latin typeface="Calibri"/>
                <a:ea typeface="Calibri"/>
                <a:cs typeface="Calibri"/>
                <a:sym typeface="Calibri"/>
              </a:defRPr>
            </a:lvl8pPr>
            <a:lvl9pPr marL="4114800" marR="0" lvl="8" indent="-543623" algn="l" rtl="0">
              <a:lnSpc>
                <a:spcPct val="90000"/>
              </a:lnSpc>
              <a:spcBef>
                <a:spcPts val="1378"/>
              </a:spcBef>
              <a:spcAft>
                <a:spcPts val="0"/>
              </a:spcAft>
              <a:buClr>
                <a:schemeClr val="dk1"/>
              </a:buClr>
              <a:buSzPts val="4961"/>
              <a:buFont typeface="Arial"/>
              <a:buChar char="•"/>
              <a:defRPr sz="4961" b="0" i="0" u="none" strike="noStrike" cap="none">
                <a:solidFill>
                  <a:schemeClr val="dk1"/>
                </a:solidFill>
                <a:latin typeface="Calibri"/>
                <a:ea typeface="Calibri"/>
                <a:cs typeface="Calibri"/>
                <a:sym typeface="Calibri"/>
              </a:defRPr>
            </a:lvl9pPr>
          </a:lstStyle>
          <a:p>
            <a:endParaRPr/>
          </a:p>
        </p:txBody>
      </p:sp>
      <p:sp>
        <p:nvSpPr>
          <p:cNvPr id="8" name="Google Shape;8;p2"/>
          <p:cNvSpPr txBox="1">
            <a:spLocks noGrp="1"/>
          </p:cNvSpPr>
          <p:nvPr>
            <p:ph type="dt" idx="10"/>
          </p:nvPr>
        </p:nvSpPr>
        <p:spPr>
          <a:xfrm>
            <a:off x="1731963" y="33366075"/>
            <a:ext cx="5670550" cy="19177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307"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
          <p:cNvSpPr txBox="1">
            <a:spLocks noGrp="1"/>
          </p:cNvSpPr>
          <p:nvPr>
            <p:ph type="ftr" idx="11"/>
          </p:nvPr>
        </p:nvSpPr>
        <p:spPr>
          <a:xfrm>
            <a:off x="8347075" y="33366075"/>
            <a:ext cx="8505825" cy="19177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307"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sldNum" idx="12"/>
          </p:nvPr>
        </p:nvSpPr>
        <p:spPr>
          <a:xfrm>
            <a:off x="17797463" y="33366075"/>
            <a:ext cx="5670550" cy="1917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3300"/>
              <a:buFont typeface="Arial"/>
              <a:buNone/>
              <a:defRPr sz="33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sz="1300"/>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
          <p:cNvSpPr/>
          <p:nvPr/>
        </p:nvSpPr>
        <p:spPr>
          <a:xfrm>
            <a:off x="903928" y="5197839"/>
            <a:ext cx="11682300" cy="5668352"/>
          </a:xfrm>
          <a:prstGeom prst="roundRect">
            <a:avLst>
              <a:gd name="adj" fmla="val 3051"/>
            </a:avLst>
          </a:prstGeom>
          <a:solidFill>
            <a:schemeClr val="lt1"/>
          </a:solidFill>
          <a:ln w="57150" cap="flat" cmpd="thickThin">
            <a:solidFill>
              <a:schemeClr val="dk1"/>
            </a:solidFill>
            <a:prstDash val="solid"/>
            <a:bevel/>
            <a:headEnd type="none" w="sm" len="sm"/>
            <a:tailEnd type="none" w="sm" len="sm"/>
          </a:ln>
        </p:spPr>
        <p:txBody>
          <a:bodyPr spcFirstLastPara="1" wrap="square" lIns="91425" tIns="45700" rIns="91425" bIns="45700" anchor="ctr" anchorCtr="0">
            <a:noAutofit/>
          </a:bodyPr>
          <a:lstStyle/>
          <a:p>
            <a:r>
              <a:rPr lang="es-CO" sz="2000" dirty="0">
                <a:effectLst/>
                <a:latin typeface="Arial" panose="020B0604020202020204" pitchFamily="34" charset="0"/>
                <a:ea typeface="Times New Roman" panose="02020603050405020304" pitchFamily="18" charset="0"/>
              </a:rPr>
              <a:t>La </a:t>
            </a:r>
            <a:r>
              <a:rPr lang="es-CO" sz="2000" b="1" dirty="0">
                <a:effectLst/>
                <a:latin typeface="Arial" panose="020B0604020202020204" pitchFamily="34" charset="0"/>
                <a:ea typeface="Times New Roman" panose="02020603050405020304" pitchFamily="18" charset="0"/>
              </a:rPr>
              <a:t>Plataforma Web de Gestión Inmobiliaria (PWGI)</a:t>
            </a:r>
            <a:r>
              <a:rPr lang="es-CO" sz="2000" dirty="0">
                <a:effectLst/>
                <a:latin typeface="Arial" panose="020B0604020202020204" pitchFamily="34" charset="0"/>
                <a:ea typeface="Times New Roman" panose="02020603050405020304" pitchFamily="18" charset="0"/>
              </a:rPr>
              <a:t> es una solución tecnológica orientada a optimizar la administración, publicación y consulta de bienes inmuebles mediante un sistema digital centralizado. El proyecto, concebido para su implementación a nivel local, está diseñado para agentes inmobiliarios y pequeñas empresas del sector que requieren una herramienta eficiente para la gestión de propiedades en venta y arriendo.</a:t>
            </a:r>
            <a:endParaRPr lang="es-CO" sz="2000" dirty="0">
              <a:effectLst/>
              <a:latin typeface="Times New Roman" panose="02020603050405020304" pitchFamily="18" charset="0"/>
              <a:ea typeface="Times New Roman" panose="02020603050405020304" pitchFamily="18" charset="0"/>
            </a:endParaRPr>
          </a:p>
          <a:p>
            <a:r>
              <a:rPr lang="es-CO" sz="2000" dirty="0">
                <a:effectLst/>
                <a:latin typeface="Arial" panose="020B0604020202020204" pitchFamily="34" charset="0"/>
                <a:ea typeface="Times New Roman" panose="02020603050405020304" pitchFamily="18" charset="0"/>
              </a:rPr>
              <a:t>Su funcionamiento se basa en una arquitectura web, que permite la integración de módulos de autenticación, registro de propiedades, filtrado avanzado de búsqueda y gestión de solicitudes de clientes. La principal innovación del sistema radica en la centralización de la información inmobiliaria, facilitando la actualización en tiempo real, el acceso estructurado a los datos y la mejora en los procesos de interacción entre agentes y usuarios finales.</a:t>
            </a:r>
            <a:endParaRPr lang="es-CO" sz="2000" dirty="0">
              <a:effectLst/>
              <a:latin typeface="Times New Roman" panose="02020603050405020304" pitchFamily="18" charset="0"/>
              <a:ea typeface="Times New Roman" panose="02020603050405020304" pitchFamily="18" charset="0"/>
            </a:endParaRPr>
          </a:p>
          <a:p>
            <a:r>
              <a:rPr lang="es-CO" sz="2000" dirty="0">
                <a:effectLst/>
                <a:latin typeface="Arial" panose="020B0604020202020204" pitchFamily="34" charset="0"/>
                <a:ea typeface="Calibri" panose="020F0502020204030204" pitchFamily="34" charset="0"/>
              </a:rPr>
              <a:t>Entre los beneficios esperados se destacan la optimización en la organización de la información, el incremento en la visibilidad de los inmuebles, la mejora en la experiencia del usuario y una mayor eficiencia en la gestión de solicitudes, contribuyendo así a la modernización de los procesos tradicionales del sector inmobiliario.</a:t>
            </a:r>
            <a:endParaRPr sz="2000" b="0" i="0" u="none" strike="noStrike" cap="none" dirty="0">
              <a:solidFill>
                <a:schemeClr val="dk1"/>
              </a:solidFill>
              <a:latin typeface="Arial"/>
              <a:ea typeface="Arial"/>
              <a:cs typeface="Arial"/>
              <a:sym typeface="Arial"/>
            </a:endParaRPr>
          </a:p>
        </p:txBody>
      </p:sp>
      <p:sp>
        <p:nvSpPr>
          <p:cNvPr id="91" name="Google Shape;91;p1"/>
          <p:cNvSpPr/>
          <p:nvPr/>
        </p:nvSpPr>
        <p:spPr>
          <a:xfrm>
            <a:off x="5002212" y="476043"/>
            <a:ext cx="16041687" cy="4801236"/>
          </a:xfrm>
          <a:prstGeom prst="rect">
            <a:avLst/>
          </a:prstGeom>
          <a:noFill/>
          <a:ln>
            <a:noFill/>
          </a:ln>
        </p:spPr>
        <p:txBody>
          <a:bodyPr spcFirstLastPara="1" wrap="square" lIns="99100" tIns="0" rIns="99100" bIns="49550" anchor="ctr" anchorCtr="0">
            <a:noAutofit/>
          </a:bodyPr>
          <a:lstStyle/>
          <a:p>
            <a:pPr marL="0" marR="0" lvl="0" indent="0" algn="l" rtl="0">
              <a:lnSpc>
                <a:spcPct val="100000"/>
              </a:lnSpc>
              <a:spcBef>
                <a:spcPts val="0"/>
              </a:spcBef>
              <a:spcAft>
                <a:spcPts val="0"/>
              </a:spcAft>
              <a:buClr>
                <a:srgbClr val="3F3F3F"/>
              </a:buClr>
              <a:buSzPts val="5400"/>
              <a:buFont typeface="Work Sans"/>
              <a:buNone/>
            </a:pPr>
            <a:endParaRPr lang="es-CO" sz="5400" dirty="0">
              <a:effectLst/>
              <a:latin typeface="Arial Black" panose="020B0A04020102020204" pitchFamily="34" charset="0"/>
              <a:ea typeface="Calibri" panose="020F0502020204030204" pitchFamily="34" charset="0"/>
            </a:endParaRPr>
          </a:p>
          <a:p>
            <a:pPr marL="0" marR="0" lvl="0" indent="0" algn="l" rtl="0">
              <a:lnSpc>
                <a:spcPct val="100000"/>
              </a:lnSpc>
              <a:spcBef>
                <a:spcPts val="0"/>
              </a:spcBef>
              <a:spcAft>
                <a:spcPts val="0"/>
              </a:spcAft>
              <a:buClr>
                <a:srgbClr val="3F3F3F"/>
              </a:buClr>
              <a:buSzPts val="5400"/>
              <a:buFont typeface="Work Sans"/>
              <a:buNone/>
            </a:pPr>
            <a:r>
              <a:rPr lang="es-CO" sz="5400" dirty="0">
                <a:effectLst/>
                <a:latin typeface="Arial Black" panose="020B0A04020102020204" pitchFamily="34" charset="0"/>
                <a:ea typeface="Calibri" panose="020F0502020204030204" pitchFamily="34" charset="0"/>
              </a:rPr>
              <a:t>Plataforma Web de Gestión Inmobiliaria (PWGI)</a:t>
            </a:r>
            <a:endParaRPr lang="es-ES" sz="5400" b="0" i="0" u="none" strike="noStrike" cap="none" dirty="0">
              <a:solidFill>
                <a:srgbClr val="000000"/>
              </a:solidFill>
              <a:latin typeface="Arial Black" panose="020B0A04020102020204" pitchFamily="34" charset="0"/>
              <a:sym typeface="Arial"/>
            </a:endParaRPr>
          </a:p>
          <a:p>
            <a:pPr marL="342900" marR="0" lvl="0" indent="-342900" algn="ctr" rtl="0">
              <a:lnSpc>
                <a:spcPct val="100000"/>
              </a:lnSpc>
              <a:spcBef>
                <a:spcPts val="0"/>
              </a:spcBef>
              <a:spcAft>
                <a:spcPts val="0"/>
              </a:spcAft>
              <a:buNone/>
            </a:pPr>
            <a:endParaRPr sz="2518" b="0" i="1" u="none" strike="noStrike" cap="none" dirty="0">
              <a:solidFill>
                <a:srgbClr val="127B76"/>
              </a:solidFill>
              <a:latin typeface="Calibri"/>
              <a:ea typeface="Calibri"/>
              <a:cs typeface="Calibri"/>
              <a:sym typeface="Calibri"/>
            </a:endParaRPr>
          </a:p>
          <a:p>
            <a:pPr marL="0" marR="0" lvl="0" indent="0" algn="l" rtl="0">
              <a:lnSpc>
                <a:spcPct val="100000"/>
              </a:lnSpc>
              <a:spcBef>
                <a:spcPts val="0"/>
              </a:spcBef>
              <a:spcAft>
                <a:spcPts val="0"/>
              </a:spcAft>
              <a:buClr>
                <a:srgbClr val="3F3F3F"/>
              </a:buClr>
              <a:buSzPts val="2800"/>
              <a:buFont typeface="Work Sans"/>
              <a:buNone/>
            </a:pPr>
            <a:r>
              <a:rPr lang="es-ES" sz="4400" b="1" i="0" u="none" strike="noStrike" cap="none" dirty="0">
                <a:solidFill>
                  <a:srgbClr val="3F3F3F"/>
                </a:solidFill>
                <a:latin typeface="Work Sans"/>
                <a:ea typeface="Work Sans"/>
                <a:cs typeface="Work Sans"/>
                <a:sym typeface="Work Sans"/>
              </a:rPr>
              <a:t>Aprendices:</a:t>
            </a:r>
            <a:endParaRPr lang="es-ES" sz="2800" dirty="0"/>
          </a:p>
          <a:p>
            <a:pPr marL="571500" marR="0" lvl="0" indent="-571500" algn="l" rtl="0">
              <a:lnSpc>
                <a:spcPct val="100000"/>
              </a:lnSpc>
              <a:spcBef>
                <a:spcPts val="0"/>
              </a:spcBef>
              <a:spcAft>
                <a:spcPts val="0"/>
              </a:spcAft>
              <a:buClr>
                <a:srgbClr val="3F3F3F"/>
              </a:buClr>
              <a:buSzPts val="2800"/>
              <a:buFont typeface="Arial"/>
              <a:buChar char="•"/>
            </a:pPr>
            <a:r>
              <a:rPr lang="es-ES" sz="2800" b="1" dirty="0">
                <a:solidFill>
                  <a:srgbClr val="3F3F3F"/>
                </a:solidFill>
                <a:latin typeface="Work Sans"/>
                <a:ea typeface="Work Sans"/>
                <a:cs typeface="Work Sans"/>
                <a:sym typeface="Work Sans"/>
              </a:rPr>
              <a:t>JUAN PABLO PAVAS CARDONA</a:t>
            </a:r>
            <a:endParaRPr lang="es-ES" sz="2800" b="1" i="0" u="none" strike="noStrike" cap="none" dirty="0">
              <a:solidFill>
                <a:srgbClr val="3F3F3F"/>
              </a:solidFill>
              <a:latin typeface="Work Sans"/>
              <a:ea typeface="Work Sans"/>
              <a:cs typeface="Work Sans"/>
              <a:sym typeface="Work Sans"/>
            </a:endParaRPr>
          </a:p>
          <a:p>
            <a:pPr marL="571500" marR="0" lvl="0" indent="-571500" algn="l" rtl="0">
              <a:lnSpc>
                <a:spcPct val="100000"/>
              </a:lnSpc>
              <a:spcBef>
                <a:spcPts val="0"/>
              </a:spcBef>
              <a:spcAft>
                <a:spcPts val="0"/>
              </a:spcAft>
              <a:buClr>
                <a:srgbClr val="3F3F3F"/>
              </a:buClr>
              <a:buSzPts val="2800"/>
              <a:buFont typeface="Arial"/>
              <a:buChar char="•"/>
            </a:pPr>
            <a:r>
              <a:rPr lang="es-ES" sz="2800" b="1" dirty="0">
                <a:solidFill>
                  <a:srgbClr val="3F3F3F"/>
                </a:solidFill>
                <a:latin typeface="Work Sans"/>
                <a:sym typeface="Work Sans"/>
              </a:rPr>
              <a:t>JOHAN SEBASTIAN CASTRO ROMERO</a:t>
            </a:r>
            <a:endParaRPr lang="es-ES" sz="2800" dirty="0"/>
          </a:p>
          <a:p>
            <a:pPr marL="571500" marR="0" lvl="0" indent="-571500" algn="l" rtl="0">
              <a:lnSpc>
                <a:spcPct val="100000"/>
              </a:lnSpc>
              <a:spcBef>
                <a:spcPts val="0"/>
              </a:spcBef>
              <a:spcAft>
                <a:spcPts val="0"/>
              </a:spcAft>
              <a:buClr>
                <a:srgbClr val="3F3F3F"/>
              </a:buClr>
              <a:buSzPts val="2800"/>
              <a:buFont typeface="Arial"/>
              <a:buChar char="•"/>
            </a:pPr>
            <a:r>
              <a:rPr lang="es-ES" sz="2800" b="1" i="0" u="none" strike="noStrike" cap="none" dirty="0">
                <a:solidFill>
                  <a:srgbClr val="3F3F3F"/>
                </a:solidFill>
                <a:latin typeface="Work Sans"/>
                <a:ea typeface="Work Sans"/>
                <a:cs typeface="Work Sans"/>
                <a:sym typeface="Work Sans"/>
              </a:rPr>
              <a:t>JERONIMO TABARES CARVAJAL</a:t>
            </a:r>
          </a:p>
          <a:p>
            <a:pPr marL="571500" marR="0" lvl="0" indent="-571500" algn="l" rtl="0">
              <a:lnSpc>
                <a:spcPct val="100000"/>
              </a:lnSpc>
              <a:spcBef>
                <a:spcPts val="0"/>
              </a:spcBef>
              <a:spcAft>
                <a:spcPts val="0"/>
              </a:spcAft>
              <a:buClr>
                <a:srgbClr val="3F3F3F"/>
              </a:buClr>
              <a:buSzPts val="2800"/>
              <a:buFont typeface="Arial"/>
              <a:buChar char="•"/>
            </a:pPr>
            <a:r>
              <a:rPr lang="es-ES" sz="2800" b="1" dirty="0">
                <a:solidFill>
                  <a:srgbClr val="3F3F3F"/>
                </a:solidFill>
                <a:latin typeface="Work Sans"/>
                <a:sym typeface="Work Sans"/>
              </a:rPr>
              <a:t>SIMON SEPULVEDA TABARES</a:t>
            </a:r>
          </a:p>
          <a:p>
            <a:pPr marL="457200" marR="0" lvl="0" indent="-457200" algn="l" rtl="0">
              <a:lnSpc>
                <a:spcPct val="100000"/>
              </a:lnSpc>
              <a:spcBef>
                <a:spcPts val="0"/>
              </a:spcBef>
              <a:spcAft>
                <a:spcPts val="0"/>
              </a:spcAft>
              <a:buClr>
                <a:srgbClr val="127B76"/>
              </a:buClr>
              <a:buSzPts val="2518"/>
              <a:buFont typeface="Arial"/>
              <a:buChar char="•"/>
            </a:pPr>
            <a:endParaRPr sz="28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2518"/>
              <a:buFont typeface="Arial"/>
              <a:buNone/>
            </a:pPr>
            <a:endParaRPr sz="2518" b="1" i="1" u="none" strike="noStrike" cap="none" dirty="0">
              <a:solidFill>
                <a:srgbClr val="127B76"/>
              </a:solidFill>
              <a:latin typeface="Calibri"/>
              <a:ea typeface="Calibri"/>
              <a:cs typeface="Calibri"/>
              <a:sym typeface="Calibri"/>
            </a:endParaRPr>
          </a:p>
        </p:txBody>
      </p:sp>
      <p:sp>
        <p:nvSpPr>
          <p:cNvPr id="92" name="Google Shape;92;p1"/>
          <p:cNvSpPr/>
          <p:nvPr/>
        </p:nvSpPr>
        <p:spPr>
          <a:xfrm>
            <a:off x="4560047" y="4506533"/>
            <a:ext cx="4035425" cy="752475"/>
          </a:xfrm>
          <a:prstGeom prst="roundRect">
            <a:avLst>
              <a:gd name="adj" fmla="val 16667"/>
            </a:avLst>
          </a:prstGeom>
          <a:solidFill>
            <a:srgbClr val="00B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4000"/>
              <a:buFont typeface="Arial"/>
              <a:buNone/>
            </a:pPr>
            <a:r>
              <a:rPr lang="es-CO" sz="4000" b="1" i="0" u="none" strike="noStrike" cap="none" dirty="0">
                <a:solidFill>
                  <a:schemeClr val="lt1"/>
                </a:solidFill>
                <a:latin typeface="Calibri"/>
                <a:ea typeface="Calibri"/>
                <a:cs typeface="Calibri"/>
                <a:sym typeface="Calibri"/>
              </a:rPr>
              <a:t>RESUMEN </a:t>
            </a:r>
            <a:endParaRPr sz="1400" b="0" i="0" u="none" strike="noStrike" cap="none" dirty="0">
              <a:solidFill>
                <a:srgbClr val="000000"/>
              </a:solidFill>
              <a:latin typeface="Arial"/>
              <a:ea typeface="Arial"/>
              <a:cs typeface="Arial"/>
              <a:sym typeface="Arial"/>
            </a:endParaRPr>
          </a:p>
        </p:txBody>
      </p:sp>
      <p:sp>
        <p:nvSpPr>
          <p:cNvPr id="93" name="Google Shape;93;p1"/>
          <p:cNvSpPr/>
          <p:nvPr/>
        </p:nvSpPr>
        <p:spPr>
          <a:xfrm>
            <a:off x="15458567" y="28514451"/>
            <a:ext cx="8748387" cy="4248136"/>
          </a:xfrm>
          <a:prstGeom prst="roundRect">
            <a:avLst>
              <a:gd name="adj" fmla="val 3051"/>
            </a:avLst>
          </a:prstGeom>
          <a:solidFill>
            <a:schemeClr val="lt1"/>
          </a:solidFill>
          <a:ln w="57150" cap="flat" cmpd="thickThin">
            <a:solidFill>
              <a:schemeClr val="dk1"/>
            </a:solidFill>
            <a:prstDash val="solid"/>
            <a:bevel/>
            <a:headEnd type="none" w="sm" len="sm"/>
            <a:tailEnd type="none" w="sm" len="sm"/>
          </a:ln>
        </p:spPr>
        <p:txBody>
          <a:bodyPr spcFirstLastPara="1" wrap="square" lIns="91425" tIns="45700" rIns="91425" bIns="45700" anchor="ctr" anchorCtr="0">
            <a:noAutofit/>
          </a:bodyPr>
          <a:lstStyle/>
          <a:p>
            <a:pPr>
              <a:lnSpc>
                <a:spcPct val="107000"/>
              </a:lnSpc>
              <a:spcAft>
                <a:spcPts val="800"/>
              </a:spcAft>
            </a:pPr>
            <a:r>
              <a:rPr lang="es-CO" sz="1800" b="1" dirty="0">
                <a:effectLst/>
                <a:latin typeface="Arial Narrow" panose="020B0606020202030204" pitchFamily="34" charset="0"/>
                <a:ea typeface="Calibri" panose="020F0502020204030204" pitchFamily="34" charset="0"/>
                <a:cs typeface="Times New Roman" panose="02020603050405020304" pitchFamily="18" charset="0"/>
              </a:rPr>
              <a:t> </a:t>
            </a:r>
            <a:endParaRPr lang="es-CO"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CO" sz="2800" b="1" dirty="0">
                <a:effectLst/>
                <a:latin typeface="Arial Narrow" panose="020B0606020202030204" pitchFamily="34" charset="0"/>
                <a:ea typeface="Calibri" panose="020F0502020204030204" pitchFamily="34" charset="0"/>
                <a:cs typeface="Times New Roman" panose="02020603050405020304" pitchFamily="18" charset="0"/>
              </a:rPr>
              <a:t>Conoce más de nuestro</a:t>
            </a:r>
            <a:endParaRPr lang="es-CO" sz="2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CO" sz="2800" b="1" dirty="0">
                <a:effectLst/>
                <a:latin typeface="Arial Narrow" panose="020B0606020202030204" pitchFamily="34" charset="0"/>
                <a:ea typeface="Calibri" panose="020F0502020204030204" pitchFamily="34" charset="0"/>
                <a:cs typeface="Times New Roman" panose="02020603050405020304" pitchFamily="18" charset="0"/>
              </a:rPr>
              <a:t> proyecto</a:t>
            </a:r>
            <a:endParaRPr lang="es-CO" sz="2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CO" sz="2800" b="1" dirty="0">
                <a:effectLst/>
                <a:latin typeface="Arial Narrow" panose="020B0606020202030204" pitchFamily="34" charset="0"/>
                <a:ea typeface="Calibri" panose="020F0502020204030204" pitchFamily="34" charset="0"/>
                <a:cs typeface="Times New Roman" panose="02020603050405020304" pitchFamily="18" charset="0"/>
              </a:rPr>
              <a:t> escaneando el QR</a:t>
            </a:r>
            <a:endParaRPr lang="es-CO" sz="2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4" name="Google Shape;94;p1"/>
          <p:cNvSpPr/>
          <p:nvPr/>
        </p:nvSpPr>
        <p:spPr>
          <a:xfrm>
            <a:off x="13204344" y="5525745"/>
            <a:ext cx="11128375" cy="12935293"/>
          </a:xfrm>
          <a:prstGeom prst="roundRect">
            <a:avLst>
              <a:gd name="adj" fmla="val 3051"/>
            </a:avLst>
          </a:prstGeom>
          <a:solidFill>
            <a:schemeClr val="lt1"/>
          </a:solidFill>
          <a:ln w="57150" cap="flat" cmpd="thickThin">
            <a:solidFill>
              <a:schemeClr val="dk1"/>
            </a:solidFill>
            <a:prstDash val="solid"/>
            <a:bevel/>
            <a:headEnd type="none" w="sm" len="sm"/>
            <a:tailEnd type="none" w="sm" len="sm"/>
          </a:ln>
        </p:spPr>
        <p:txBody>
          <a:bodyPr spcFirstLastPara="1" wrap="square" lIns="91425" tIns="45700" rIns="91425" bIns="45700" anchor="ctr" anchorCtr="0">
            <a:noAutofit/>
          </a:bodyPr>
          <a:lstStyle/>
          <a:p>
            <a:pPr algn="just" rtl="0">
              <a:spcBef>
                <a:spcPts val="0"/>
              </a:spcBef>
              <a:spcAft>
                <a:spcPts val="800"/>
              </a:spcAft>
            </a:pPr>
            <a:r>
              <a:rPr lang="es-ES" sz="3200" dirty="0"/>
              <a:t>La transformación digital se ha convertido en un factor clave para mejorar la eficiencia y competitividad en el sector inmobiliario, donde el acceso rápido a la información y la gestión organizada de las propiedades son fundamentales para brindar un mejor servicio a los clientes. En este contexto, el presente proyecto tiene como objetivo el diseño, desarrollo e implementación de una Plataforma Web de Gestión Inmobiliaria (PWGI), que permita administrar de manera eficiente la información de los inmuebles disponibles para venta y arriendo. La plataforma facilitará el registro, consulta y actualización de propiedades, así como la interacción entre administradores y usuarios, optimizando los procesos inmobiliarios mediante el uso de tecnologías web y bases de datos. Con esta solución se espera mejorar la organización de la información, agilizar la atención a los clientes y contribuir a la modernización del sector mediante el uso de herramientas digitales.</a:t>
            </a:r>
            <a:br>
              <a:rPr lang="es-MX" sz="3200" b="1" dirty="0">
                <a:latin typeface="Arial Narrow" panose="020B0606020202030204" pitchFamily="34" charset="0"/>
              </a:rPr>
            </a:br>
            <a:endParaRPr sz="3200" b="1" i="0" u="none" strike="noStrike" cap="none" dirty="0">
              <a:solidFill>
                <a:srgbClr val="000000"/>
              </a:solidFill>
              <a:latin typeface="Arial Narrow" panose="020B0606020202030204" pitchFamily="34" charset="0"/>
              <a:sym typeface="Arial"/>
            </a:endParaRPr>
          </a:p>
        </p:txBody>
      </p:sp>
      <p:sp>
        <p:nvSpPr>
          <p:cNvPr id="95" name="Google Shape;95;p1"/>
          <p:cNvSpPr/>
          <p:nvPr/>
        </p:nvSpPr>
        <p:spPr>
          <a:xfrm>
            <a:off x="1009651" y="19222165"/>
            <a:ext cx="23256835" cy="7102506"/>
          </a:xfrm>
          <a:prstGeom prst="roundRect">
            <a:avLst>
              <a:gd name="adj" fmla="val 3051"/>
            </a:avLst>
          </a:prstGeom>
          <a:solidFill>
            <a:schemeClr val="lt1"/>
          </a:solidFill>
          <a:ln w="57150" cap="flat" cmpd="thickThin">
            <a:solidFill>
              <a:schemeClr val="dk1"/>
            </a:solidFill>
            <a:prstDash val="solid"/>
            <a:bevel/>
            <a:headEnd type="none" w="sm" len="sm"/>
            <a:tailEnd type="none" w="sm" len="sm"/>
          </a:ln>
        </p:spPr>
        <p:txBody>
          <a:bodyPr spcFirstLastPara="1" wrap="square" lIns="91425" tIns="45700" rIns="91425" bIns="45700" anchor="ctr" anchorCtr="0">
            <a:noAutofit/>
          </a:bodyPr>
          <a:lstStyle/>
          <a:p>
            <a:pPr algn="just" rtl="0" fontAlgn="base">
              <a:spcBef>
                <a:spcPts val="0"/>
              </a:spcBef>
              <a:spcAft>
                <a:spcPts val="0"/>
              </a:spcAft>
              <a:buFont typeface="Arial" panose="020B0604020202020204" pitchFamily="34" charset="0"/>
              <a:buChar char="•"/>
            </a:pPr>
            <a:endParaRPr lang="es-MX" sz="1600" b="0" i="0" u="none" strike="noStrike" dirty="0">
              <a:solidFill>
                <a:srgbClr val="000000"/>
              </a:solidFill>
              <a:effectLst/>
              <a:latin typeface="Arial" panose="020B0604020202020204" pitchFamily="34" charset="0"/>
            </a:endParaRPr>
          </a:p>
        </p:txBody>
      </p:sp>
      <p:sp>
        <p:nvSpPr>
          <p:cNvPr id="96" name="Google Shape;96;p1"/>
          <p:cNvSpPr/>
          <p:nvPr/>
        </p:nvSpPr>
        <p:spPr>
          <a:xfrm>
            <a:off x="4119562" y="19339067"/>
            <a:ext cx="5800725" cy="698500"/>
          </a:xfrm>
          <a:prstGeom prst="roundRect">
            <a:avLst>
              <a:gd name="adj" fmla="val 16667"/>
            </a:avLst>
          </a:prstGeom>
          <a:solidFill>
            <a:srgbClr val="00B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4000"/>
              <a:buFont typeface="Arial"/>
              <a:buNone/>
            </a:pPr>
            <a:r>
              <a:rPr lang="es-CO" sz="4000" b="1" i="0" u="none" strike="noStrike" cap="none" dirty="0">
                <a:solidFill>
                  <a:schemeClr val="lt1"/>
                </a:solidFill>
                <a:latin typeface="Calibri"/>
                <a:ea typeface="Calibri"/>
                <a:cs typeface="Calibri"/>
                <a:sym typeface="Calibri"/>
              </a:rPr>
              <a:t>PLAN DE </a:t>
            </a:r>
            <a:r>
              <a:rPr lang="es-CO" sz="4000" b="1" dirty="0">
                <a:solidFill>
                  <a:schemeClr val="lt1"/>
                </a:solidFill>
                <a:latin typeface="Calibri"/>
                <a:ea typeface="Calibri"/>
                <a:cs typeface="Calibri"/>
                <a:sym typeface="Calibri"/>
              </a:rPr>
              <a:t>ACCION </a:t>
            </a:r>
            <a:endParaRPr sz="1400" b="0" i="0" u="none" strike="noStrike" cap="none" dirty="0">
              <a:solidFill>
                <a:srgbClr val="000000"/>
              </a:solidFill>
              <a:latin typeface="Arial"/>
              <a:ea typeface="Arial"/>
              <a:cs typeface="Arial"/>
              <a:sym typeface="Arial"/>
            </a:endParaRPr>
          </a:p>
        </p:txBody>
      </p:sp>
      <p:sp>
        <p:nvSpPr>
          <p:cNvPr id="97" name="Google Shape;97;p1"/>
          <p:cNvSpPr/>
          <p:nvPr/>
        </p:nvSpPr>
        <p:spPr>
          <a:xfrm>
            <a:off x="17732375" y="7029450"/>
            <a:ext cx="5416550" cy="8112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4666"/>
              <a:buFont typeface="Arial"/>
              <a:buNone/>
            </a:pPr>
            <a:endParaRPr sz="4666" b="0" i="0" u="none" strike="noStrike" cap="none">
              <a:solidFill>
                <a:srgbClr val="000000"/>
              </a:solidFill>
              <a:latin typeface="Arial"/>
              <a:ea typeface="Arial"/>
              <a:cs typeface="Arial"/>
              <a:sym typeface="Arial"/>
            </a:endParaRPr>
          </a:p>
        </p:txBody>
      </p:sp>
      <p:sp>
        <p:nvSpPr>
          <p:cNvPr id="98" name="Google Shape;98;p1"/>
          <p:cNvSpPr/>
          <p:nvPr/>
        </p:nvSpPr>
        <p:spPr>
          <a:xfrm>
            <a:off x="16903687" y="27208334"/>
            <a:ext cx="6284912" cy="833438"/>
          </a:xfrm>
          <a:prstGeom prst="roundRect">
            <a:avLst>
              <a:gd name="adj" fmla="val 16667"/>
            </a:avLst>
          </a:prstGeom>
          <a:solidFill>
            <a:srgbClr val="00B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000"/>
              <a:buFont typeface="Arial"/>
              <a:buNone/>
            </a:pPr>
            <a:r>
              <a:rPr lang="es-CO" sz="4000" b="1" i="0" u="none" strike="noStrike" cap="none">
                <a:solidFill>
                  <a:schemeClr val="lt1"/>
                </a:solidFill>
                <a:latin typeface="Calibri"/>
                <a:ea typeface="Calibri"/>
                <a:cs typeface="Calibri"/>
                <a:sym typeface="Calibri"/>
              </a:rPr>
              <a:t>EVIDENCIAS</a:t>
            </a:r>
            <a:endParaRPr/>
          </a:p>
        </p:txBody>
      </p:sp>
      <p:sp>
        <p:nvSpPr>
          <p:cNvPr id="99" name="Google Shape;99;p1"/>
          <p:cNvSpPr/>
          <p:nvPr/>
        </p:nvSpPr>
        <p:spPr>
          <a:xfrm>
            <a:off x="13701713" y="5565775"/>
            <a:ext cx="9447212" cy="923925"/>
          </a:xfrm>
          <a:prstGeom prst="roundRect">
            <a:avLst>
              <a:gd name="adj" fmla="val 16667"/>
            </a:avLst>
          </a:prstGeom>
          <a:solidFill>
            <a:srgbClr val="00B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59"/>
              <a:buFont typeface="Arial"/>
              <a:buNone/>
            </a:pPr>
            <a:r>
              <a:rPr lang="es-CO" sz="3259" b="1" i="0" u="none" strike="noStrike" cap="none" dirty="0">
                <a:solidFill>
                  <a:schemeClr val="lt1"/>
                </a:solidFill>
                <a:latin typeface="Calibri"/>
                <a:ea typeface="Calibri"/>
                <a:cs typeface="Calibri"/>
                <a:sym typeface="Calibri"/>
              </a:rPr>
              <a:t>PLANTEAMIENTO DEL PROBLEMA Y JUSTIFICACIÓN </a:t>
            </a:r>
            <a:endParaRPr sz="1400" b="0" i="0" u="none" strike="noStrike" cap="none" dirty="0">
              <a:solidFill>
                <a:srgbClr val="000000"/>
              </a:solidFill>
              <a:latin typeface="Arial"/>
              <a:ea typeface="Arial"/>
              <a:cs typeface="Arial"/>
              <a:sym typeface="Arial"/>
            </a:endParaRPr>
          </a:p>
        </p:txBody>
      </p:sp>
      <p:sp>
        <p:nvSpPr>
          <p:cNvPr id="100" name="Google Shape;100;p1"/>
          <p:cNvSpPr/>
          <p:nvPr/>
        </p:nvSpPr>
        <p:spPr>
          <a:xfrm>
            <a:off x="954204" y="11763765"/>
            <a:ext cx="11590114" cy="6801550"/>
          </a:xfrm>
          <a:prstGeom prst="roundRect">
            <a:avLst>
              <a:gd name="adj" fmla="val 3051"/>
            </a:avLst>
          </a:prstGeom>
          <a:solidFill>
            <a:schemeClr val="lt1"/>
          </a:solidFill>
          <a:ln w="57150" cap="flat" cmpd="thickThin">
            <a:solidFill>
              <a:schemeClr val="dk1"/>
            </a:solidFill>
            <a:prstDash val="solid"/>
            <a:bevel/>
            <a:headEnd type="none" w="sm" len="sm"/>
            <a:tailEnd type="none" w="sm" len="sm"/>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None/>
            </a:pPr>
            <a:r>
              <a:rPr lang="es-ES" sz="2400" b="1" i="1" dirty="0">
                <a:latin typeface="Arial Narrow" panose="020B0606020202030204" pitchFamily="34" charset="0"/>
              </a:rPr>
              <a:t>OBJETIVO GENERAR:</a:t>
            </a:r>
          </a:p>
          <a:p>
            <a:pPr marL="0" marR="0" lvl="0" indent="0" algn="just" rtl="0">
              <a:lnSpc>
                <a:spcPct val="100000"/>
              </a:lnSpc>
              <a:spcBef>
                <a:spcPts val="0"/>
              </a:spcBef>
              <a:spcAft>
                <a:spcPts val="0"/>
              </a:spcAft>
              <a:buNone/>
            </a:pPr>
            <a:r>
              <a:rPr lang="es-CO" sz="1800" dirty="0">
                <a:effectLst/>
                <a:latin typeface="Arial" panose="020B0604020202020204" pitchFamily="34" charset="0"/>
                <a:ea typeface="Calibri" panose="020F0502020204030204" pitchFamily="34" charset="0"/>
              </a:rPr>
              <a:t>Diseñar e implementar una plataforma web de gestión inmobiliaria que permita centralizar el registro, administración y consulta de propiedades destinadas a la venta y arriendo, garantizando una organización eficiente de la información y una mejora en la interacción entre agentes inmobiliarios y clientes.</a:t>
            </a:r>
            <a:endParaRPr lang="es-ES" sz="2400" b="1" dirty="0">
              <a:latin typeface="Arial Narrow" panose="020B0606020202030204" pitchFamily="34" charset="0"/>
            </a:endParaRPr>
          </a:p>
          <a:p>
            <a:pPr marL="0" marR="0" lvl="0" indent="0" algn="just" rtl="0">
              <a:lnSpc>
                <a:spcPct val="100000"/>
              </a:lnSpc>
              <a:spcBef>
                <a:spcPts val="0"/>
              </a:spcBef>
              <a:spcAft>
                <a:spcPts val="0"/>
              </a:spcAft>
              <a:buNone/>
            </a:pPr>
            <a:r>
              <a:rPr lang="es-CO" sz="2400" b="1" i="1" dirty="0">
                <a:latin typeface="Arial Narrow" panose="020B0606020202030204" pitchFamily="34" charset="0"/>
              </a:rPr>
              <a:t>OBJETIVOS ESPECIFICOS:</a:t>
            </a:r>
          </a:p>
          <a:p>
            <a:pPr marL="342900" lvl="0" indent="-342900">
              <a:lnSpc>
                <a:spcPct val="107000"/>
              </a:lnSpc>
              <a:spcAft>
                <a:spcPts val="800"/>
              </a:spcAft>
              <a:buFont typeface="+mj-lt"/>
              <a:buAutoNum type="arabicPeriod"/>
              <a:tabLst>
                <a:tab pos="457200" algn="l"/>
              </a:tabLst>
            </a:pPr>
            <a:r>
              <a:rPr lang="es-CO" sz="1800" dirty="0">
                <a:effectLst/>
                <a:latin typeface="Arial" panose="020B0604020202020204" pitchFamily="34" charset="0"/>
                <a:ea typeface="Times New Roman" panose="02020603050405020304" pitchFamily="18" charset="0"/>
              </a:rPr>
              <a:t>Diseñar e implementar una base de datos relacional que permita almacenar y gestionar la información correspondiente a usuarios, agentes inmobiliarios, propiedades y solicitudes de clientes. </a:t>
            </a:r>
            <a:endParaRPr lang="es-CO" sz="1800" dirty="0">
              <a:effectLst/>
              <a:latin typeface="Calibri" panose="020F0502020204030204" pitchFamily="34" charset="0"/>
              <a:ea typeface="Calibri" panose="020F0502020204030204" pitchFamily="34" charset="0"/>
            </a:endParaRPr>
          </a:p>
          <a:p>
            <a:pPr marL="342900" lvl="0" indent="-342900">
              <a:lnSpc>
                <a:spcPct val="107000"/>
              </a:lnSpc>
              <a:spcAft>
                <a:spcPts val="800"/>
              </a:spcAft>
              <a:buFont typeface="+mj-lt"/>
              <a:buAutoNum type="arabicPeriod"/>
              <a:tabLst>
                <a:tab pos="457200" algn="l"/>
              </a:tabLst>
            </a:pPr>
            <a:r>
              <a:rPr lang="es-CO" sz="1800" dirty="0">
                <a:effectLst/>
                <a:latin typeface="Arial" panose="020B0604020202020204" pitchFamily="34" charset="0"/>
                <a:ea typeface="Times New Roman" panose="02020603050405020304" pitchFamily="18" charset="0"/>
              </a:rPr>
              <a:t>Desarrollar un sistema de autenticación con control de roles que administre el acceso de administradores y agentes inmobiliarios a las funciones internas de la plataforma. </a:t>
            </a:r>
            <a:endParaRPr lang="es-CO" sz="1800" dirty="0">
              <a:effectLst/>
              <a:latin typeface="Calibri" panose="020F0502020204030204" pitchFamily="34" charset="0"/>
              <a:ea typeface="Calibri" panose="020F0502020204030204" pitchFamily="34" charset="0"/>
            </a:endParaRPr>
          </a:p>
          <a:p>
            <a:pPr marL="342900" lvl="0" indent="-342900">
              <a:lnSpc>
                <a:spcPct val="107000"/>
              </a:lnSpc>
              <a:spcAft>
                <a:spcPts val="800"/>
              </a:spcAft>
              <a:buFont typeface="+mj-lt"/>
              <a:buAutoNum type="arabicPeriod"/>
              <a:tabLst>
                <a:tab pos="457200" algn="l"/>
              </a:tabLst>
            </a:pPr>
            <a:r>
              <a:rPr lang="es-CO" sz="1800" dirty="0">
                <a:effectLst/>
                <a:latin typeface="Arial" panose="020B0604020202020204" pitchFamily="34" charset="0"/>
                <a:ea typeface="Times New Roman" panose="02020603050405020304" pitchFamily="18" charset="0"/>
              </a:rPr>
              <a:t>Crear un módulo de registro, edición y eliminación de propiedades que permita publicar inmuebles con información detallada como precio, ubicación, características físicas e imágenes. </a:t>
            </a:r>
            <a:endParaRPr lang="es-CO" sz="1800" dirty="0">
              <a:effectLst/>
              <a:latin typeface="Calibri" panose="020F0502020204030204" pitchFamily="34" charset="0"/>
              <a:ea typeface="Calibri" panose="020F0502020204030204" pitchFamily="34" charset="0"/>
            </a:endParaRPr>
          </a:p>
          <a:p>
            <a:pPr marL="342900" lvl="0" indent="-342900">
              <a:lnSpc>
                <a:spcPct val="107000"/>
              </a:lnSpc>
              <a:spcAft>
                <a:spcPts val="800"/>
              </a:spcAft>
              <a:buFont typeface="+mj-lt"/>
              <a:buAutoNum type="arabicPeriod"/>
              <a:tabLst>
                <a:tab pos="457200" algn="l"/>
              </a:tabLst>
            </a:pPr>
            <a:r>
              <a:rPr lang="es-CO" sz="1800" dirty="0">
                <a:effectLst/>
                <a:latin typeface="Arial" panose="020B0604020202020204" pitchFamily="34" charset="0"/>
                <a:ea typeface="Times New Roman" panose="02020603050405020304" pitchFamily="18" charset="0"/>
              </a:rPr>
              <a:t>Implementar un sistema de búsqueda avanzada que facilite a los usuarios la consulta de propiedades mediante filtros como tipo de inmueble, ubicación, rango de precio y estado comercial. </a:t>
            </a:r>
            <a:endParaRPr lang="es-CO" sz="1800" dirty="0">
              <a:effectLst/>
              <a:latin typeface="Calibri" panose="020F0502020204030204" pitchFamily="34" charset="0"/>
              <a:ea typeface="Calibri" panose="020F0502020204030204" pitchFamily="34" charset="0"/>
            </a:endParaRPr>
          </a:p>
          <a:p>
            <a:pPr marL="342900" lvl="0" indent="-342900">
              <a:lnSpc>
                <a:spcPct val="107000"/>
              </a:lnSpc>
              <a:spcAft>
                <a:spcPts val="800"/>
              </a:spcAft>
              <a:buFont typeface="+mj-lt"/>
              <a:buAutoNum type="arabicPeriod"/>
              <a:tabLst>
                <a:tab pos="457200" algn="l"/>
              </a:tabLst>
            </a:pPr>
            <a:r>
              <a:rPr lang="es-CO" sz="1800" dirty="0">
                <a:effectLst/>
                <a:latin typeface="Arial" panose="020B0604020202020204" pitchFamily="34" charset="0"/>
                <a:ea typeface="Times New Roman" panose="02020603050405020304" pitchFamily="18" charset="0"/>
              </a:rPr>
              <a:t>Validar el funcionamiento integral de la plataforma mediante pruebas de usabilidad, rendimiento y almacenamiento de datos, garantizando una operación estable y eficiente en condiciones reales de uso. </a:t>
            </a:r>
            <a:endParaRPr lang="es-CO" sz="1800" dirty="0">
              <a:effectLst/>
              <a:latin typeface="Calibri" panose="020F0502020204030204" pitchFamily="34" charset="0"/>
              <a:ea typeface="Calibri" panose="020F0502020204030204" pitchFamily="34" charset="0"/>
            </a:endParaRPr>
          </a:p>
          <a:p>
            <a:pPr marL="342900" lvl="0" indent="-342900">
              <a:lnSpc>
                <a:spcPct val="107000"/>
              </a:lnSpc>
              <a:spcAft>
                <a:spcPts val="800"/>
              </a:spcAft>
              <a:buFont typeface="+mj-lt"/>
              <a:buAutoNum type="arabicPeriod"/>
              <a:tabLst>
                <a:tab pos="457200" algn="l"/>
              </a:tabLst>
            </a:pPr>
            <a:r>
              <a:rPr lang="es-CO" sz="1800" dirty="0">
                <a:effectLst/>
                <a:latin typeface="Arial" panose="020B0604020202020204" pitchFamily="34" charset="0"/>
                <a:ea typeface="Times New Roman" panose="02020603050405020304" pitchFamily="18" charset="0"/>
              </a:rPr>
              <a:t>Como requisito académico, realizar la entrega final del proyecto como evidencia de las competencias adquiridas durante el proceso de formación, con el fin de optar al título técnico en el área correspondiente.</a:t>
            </a:r>
            <a:r>
              <a:rPr lang="es-CO" sz="1800" dirty="0">
                <a:effectLst/>
                <a:latin typeface="Times New Roman" panose="02020603050405020304" pitchFamily="18" charset="0"/>
                <a:ea typeface="Times New Roman" panose="02020603050405020304" pitchFamily="18" charset="0"/>
              </a:rPr>
              <a:t> </a:t>
            </a:r>
            <a:endParaRPr lang="es-CO" sz="1800" dirty="0">
              <a:effectLst/>
              <a:latin typeface="Calibri" panose="020F0502020204030204" pitchFamily="34" charset="0"/>
              <a:ea typeface="Calibri" panose="020F0502020204030204" pitchFamily="34" charset="0"/>
            </a:endParaRPr>
          </a:p>
          <a:p>
            <a:pPr marL="342900" marR="0" lvl="0" indent="-342900" algn="just" rtl="0">
              <a:lnSpc>
                <a:spcPct val="100000"/>
              </a:lnSpc>
              <a:spcBef>
                <a:spcPts val="0"/>
              </a:spcBef>
              <a:spcAft>
                <a:spcPts val="0"/>
              </a:spcAft>
              <a:buFont typeface="Arial" panose="020B0604020202020204" pitchFamily="34" charset="0"/>
              <a:buChar char="•"/>
            </a:pPr>
            <a:endParaRPr dirty="0"/>
          </a:p>
        </p:txBody>
      </p:sp>
      <p:sp>
        <p:nvSpPr>
          <p:cNvPr id="101" name="Google Shape;101;p1"/>
          <p:cNvSpPr/>
          <p:nvPr/>
        </p:nvSpPr>
        <p:spPr>
          <a:xfrm>
            <a:off x="5002213" y="11271250"/>
            <a:ext cx="4035425" cy="752475"/>
          </a:xfrm>
          <a:prstGeom prst="roundRect">
            <a:avLst>
              <a:gd name="adj" fmla="val 16667"/>
            </a:avLst>
          </a:prstGeom>
          <a:solidFill>
            <a:srgbClr val="00B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4000"/>
              <a:buFont typeface="Arial"/>
              <a:buNone/>
            </a:pPr>
            <a:r>
              <a:rPr lang="es-CO" sz="4000" b="1" i="0" u="none" strike="noStrike" cap="none" dirty="0">
                <a:solidFill>
                  <a:schemeClr val="lt1"/>
                </a:solidFill>
                <a:latin typeface="Calibri"/>
                <a:ea typeface="Calibri"/>
                <a:cs typeface="Calibri"/>
                <a:sym typeface="Calibri"/>
              </a:rPr>
              <a:t>OBJETIVOS</a:t>
            </a:r>
            <a:endParaRPr sz="1400" b="0" i="0" u="none" strike="noStrike" cap="none" dirty="0">
              <a:solidFill>
                <a:srgbClr val="000000"/>
              </a:solidFill>
              <a:latin typeface="Arial"/>
              <a:ea typeface="Arial"/>
              <a:cs typeface="Arial"/>
              <a:sym typeface="Arial"/>
            </a:endParaRPr>
          </a:p>
        </p:txBody>
      </p:sp>
      <p:sp>
        <p:nvSpPr>
          <p:cNvPr id="102" name="Google Shape;102;p1"/>
          <p:cNvSpPr/>
          <p:nvPr/>
        </p:nvSpPr>
        <p:spPr>
          <a:xfrm>
            <a:off x="993021" y="27071709"/>
            <a:ext cx="14015747" cy="5676553"/>
          </a:xfrm>
          <a:prstGeom prst="roundRect">
            <a:avLst>
              <a:gd name="adj" fmla="val 3051"/>
            </a:avLst>
          </a:prstGeom>
          <a:solidFill>
            <a:schemeClr val="lt1"/>
          </a:solidFill>
          <a:ln w="57150" cap="flat" cmpd="thickThin">
            <a:solidFill>
              <a:schemeClr val="dk1"/>
            </a:solidFill>
            <a:prstDash val="solid"/>
            <a:bevel/>
            <a:headEnd type="none" w="sm" len="sm"/>
            <a:tailEnd type="none" w="sm" len="sm"/>
          </a:ln>
        </p:spPr>
        <p:txBody>
          <a:bodyPr spcFirstLastPara="1" wrap="square" lIns="91425" tIns="45700" rIns="91425" bIns="45700" anchor="ctr" anchorCtr="0">
            <a:noAutofit/>
          </a:bodyPr>
          <a:lstStyle/>
          <a:p>
            <a:pPr rtl="0">
              <a:spcBef>
                <a:spcPts val="0"/>
              </a:spcBef>
              <a:spcAft>
                <a:spcPts val="800"/>
              </a:spcAft>
            </a:pPr>
            <a:br>
              <a:rPr lang="es-CO" sz="6000" b="0" dirty="0">
                <a:effectLst/>
              </a:rPr>
            </a:br>
            <a:r>
              <a:rPr lang="es-CO" sz="4800" b="1" i="0" u="none" strike="noStrike" dirty="0">
                <a:solidFill>
                  <a:srgbClr val="FFFFFF"/>
                </a:solidFill>
                <a:effectLst/>
                <a:latin typeface="Calibri" panose="020F0502020204030204" pitchFamily="34" charset="0"/>
              </a:rPr>
              <a:t>Plan de Trabajo</a:t>
            </a:r>
            <a:endParaRPr lang="es-CO" sz="6000" b="0" dirty="0">
              <a:effectLst/>
            </a:endParaRPr>
          </a:p>
          <a:p>
            <a:br>
              <a:rPr lang="es-CO" sz="6000" dirty="0"/>
            </a:br>
            <a:endParaRPr sz="3200" b="0" i="0" u="none" strike="noStrike" cap="none" dirty="0">
              <a:solidFill>
                <a:srgbClr val="000000"/>
              </a:solidFill>
              <a:latin typeface="Arial"/>
              <a:ea typeface="Arial"/>
              <a:cs typeface="Arial"/>
              <a:sym typeface="Arial"/>
            </a:endParaRPr>
          </a:p>
        </p:txBody>
      </p:sp>
      <p:grpSp>
        <p:nvGrpSpPr>
          <p:cNvPr id="103" name="Google Shape;103;p1"/>
          <p:cNvGrpSpPr/>
          <p:nvPr/>
        </p:nvGrpSpPr>
        <p:grpSpPr>
          <a:xfrm>
            <a:off x="0" y="0"/>
            <a:ext cx="234950" cy="35999738"/>
            <a:chOff x="0" y="0"/>
            <a:chExt cx="234384" cy="35999738"/>
          </a:xfrm>
        </p:grpSpPr>
        <p:sp>
          <p:nvSpPr>
            <p:cNvPr id="104" name="Google Shape;104;p1"/>
            <p:cNvSpPr/>
            <p:nvPr/>
          </p:nvSpPr>
          <p:spPr>
            <a:xfrm>
              <a:off x="0" y="0"/>
              <a:ext cx="232801" cy="12025313"/>
            </a:xfrm>
            <a:prstGeom prst="rect">
              <a:avLst/>
            </a:prstGeom>
            <a:solidFill>
              <a:srgbClr val="00B400"/>
            </a:solidFill>
            <a:ln w="12700" cap="flat" cmpd="sng">
              <a:solidFill>
                <a:srgbClr val="23A9B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5" name="Google Shape;105;p1"/>
            <p:cNvSpPr/>
            <p:nvPr/>
          </p:nvSpPr>
          <p:spPr>
            <a:xfrm>
              <a:off x="0" y="12023725"/>
              <a:ext cx="232801" cy="11880850"/>
            </a:xfrm>
            <a:prstGeom prst="rect">
              <a:avLst/>
            </a:prstGeom>
            <a:solidFill>
              <a:srgbClr val="00B400"/>
            </a:solidFill>
            <a:ln w="12700" cap="flat" cmpd="sng">
              <a:solidFill>
                <a:srgbClr val="92D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6" name="Google Shape;106;p1"/>
            <p:cNvSpPr/>
            <p:nvPr/>
          </p:nvSpPr>
          <p:spPr>
            <a:xfrm>
              <a:off x="0" y="23906163"/>
              <a:ext cx="234384" cy="12093575"/>
            </a:xfrm>
            <a:prstGeom prst="rect">
              <a:avLst/>
            </a:prstGeom>
            <a:solidFill>
              <a:srgbClr val="00B400"/>
            </a:solidFill>
            <a:ln w="12700" cap="flat" cmpd="sng">
              <a:solidFill>
                <a:srgbClr val="F4B08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107" name="Google Shape;107;p1"/>
          <p:cNvSpPr/>
          <p:nvPr/>
        </p:nvSpPr>
        <p:spPr>
          <a:xfrm>
            <a:off x="2068456" y="27179744"/>
            <a:ext cx="9523413" cy="635000"/>
          </a:xfrm>
          <a:prstGeom prst="roundRect">
            <a:avLst>
              <a:gd name="adj" fmla="val 16667"/>
            </a:avLst>
          </a:prstGeom>
          <a:solidFill>
            <a:srgbClr val="00B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000"/>
              <a:buFont typeface="Arial"/>
              <a:buNone/>
            </a:pPr>
            <a:r>
              <a:rPr lang="es-CO" sz="4000" b="1" i="0" u="none" strike="noStrike" cap="none">
                <a:solidFill>
                  <a:schemeClr val="lt1"/>
                </a:solidFill>
                <a:latin typeface="Calibri"/>
                <a:ea typeface="Calibri"/>
                <a:cs typeface="Calibri"/>
                <a:sym typeface="Calibri"/>
              </a:rPr>
              <a:t>IMPACTO SOCIAL Y AMBIENTAL</a:t>
            </a:r>
            <a:endParaRPr sz="1400" b="0" i="0" u="none" strike="noStrike" cap="none">
              <a:solidFill>
                <a:srgbClr val="000000"/>
              </a:solidFill>
              <a:latin typeface="Arial"/>
              <a:ea typeface="Arial"/>
              <a:cs typeface="Arial"/>
              <a:sym typeface="Arial"/>
            </a:endParaRPr>
          </a:p>
        </p:txBody>
      </p:sp>
      <p:pic>
        <p:nvPicPr>
          <p:cNvPr id="108" name="Google Shape;108;p1"/>
          <p:cNvPicPr preferRelativeResize="0"/>
          <p:nvPr/>
        </p:nvPicPr>
        <p:blipFill rotWithShape="1">
          <a:blip r:embed="rId3">
            <a:alphaModFix/>
          </a:blip>
          <a:srcRect l="34248" t="1" b="-3056"/>
          <a:stretch>
            <a:fillRect/>
          </a:stretch>
        </p:blipFill>
        <p:spPr>
          <a:xfrm>
            <a:off x="4119562" y="33269237"/>
            <a:ext cx="4916397" cy="2730501"/>
          </a:xfrm>
          <a:prstGeom prst="rect">
            <a:avLst/>
          </a:prstGeom>
          <a:noFill/>
          <a:ln>
            <a:noFill/>
          </a:ln>
        </p:spPr>
      </p:pic>
      <p:sp>
        <p:nvSpPr>
          <p:cNvPr id="109" name="Google Shape;109;p1"/>
          <p:cNvSpPr/>
          <p:nvPr/>
        </p:nvSpPr>
        <p:spPr>
          <a:xfrm>
            <a:off x="12507913" y="17538700"/>
            <a:ext cx="184150" cy="92233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endParaRPr sz="5400" b="0" i="0" u="none" strike="noStrike" cap="none">
              <a:solidFill>
                <a:schemeClr val="dk1"/>
              </a:solidFill>
              <a:latin typeface="Calibri"/>
              <a:ea typeface="Calibri"/>
              <a:cs typeface="Calibri"/>
              <a:sym typeface="Calibri"/>
            </a:endParaRPr>
          </a:p>
        </p:txBody>
      </p:sp>
      <p:pic>
        <p:nvPicPr>
          <p:cNvPr id="111" name="Google Shape;111;p1" descr="ASEM SENA"/>
          <p:cNvPicPr preferRelativeResize="0"/>
          <p:nvPr/>
        </p:nvPicPr>
        <p:blipFill rotWithShape="1">
          <a:blip r:embed="rId4">
            <a:alphaModFix/>
          </a:blip>
          <a:srcRect/>
          <a:stretch/>
        </p:blipFill>
        <p:spPr>
          <a:xfrm>
            <a:off x="21043899" y="1471684"/>
            <a:ext cx="3698114" cy="3698114"/>
          </a:xfrm>
          <a:prstGeom prst="rect">
            <a:avLst/>
          </a:prstGeom>
          <a:noFill/>
          <a:ln>
            <a:noFill/>
          </a:ln>
        </p:spPr>
      </p:pic>
      <p:sp>
        <p:nvSpPr>
          <p:cNvPr id="112" name="Google Shape;112;p1"/>
          <p:cNvSpPr txBox="1"/>
          <p:nvPr/>
        </p:nvSpPr>
        <p:spPr>
          <a:xfrm>
            <a:off x="25749642" y="50861278"/>
            <a:ext cx="42123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endParaRPr sz="1400" b="0" i="0" u="none" strike="noStrike" cap="none">
              <a:solidFill>
                <a:srgbClr val="000000"/>
              </a:solidFill>
              <a:latin typeface="Arial"/>
              <a:ea typeface="Arial"/>
              <a:cs typeface="Arial"/>
              <a:sym typeface="Arial"/>
            </a:endParaRPr>
          </a:p>
        </p:txBody>
      </p:sp>
      <p:pic>
        <p:nvPicPr>
          <p:cNvPr id="7" name="Google Shape;110;p1" descr="▷ Logo del SENA: cómo es, significado y descargar »【2023】">
            <a:extLst>
              <a:ext uri="{FF2B5EF4-FFF2-40B4-BE49-F238E27FC236}">
                <a16:creationId xmlns:a16="http://schemas.microsoft.com/office/drawing/2014/main" id="{F9837465-DB5E-A110-C9C2-D115A28FC3A8}"/>
              </a:ext>
            </a:extLst>
          </p:cNvPr>
          <p:cNvPicPr preferRelativeResize="0"/>
          <p:nvPr/>
        </p:nvPicPr>
        <p:blipFill rotWithShape="1">
          <a:blip r:embed="rId5">
            <a:alphaModFix/>
          </a:blip>
          <a:srcRect/>
          <a:stretch/>
        </p:blipFill>
        <p:spPr>
          <a:xfrm>
            <a:off x="1569111" y="33405112"/>
            <a:ext cx="2184857" cy="2280551"/>
          </a:xfrm>
          <a:prstGeom prst="rect">
            <a:avLst/>
          </a:prstGeom>
          <a:noFill/>
          <a:ln>
            <a:noFill/>
          </a:ln>
        </p:spPr>
      </p:pic>
      <p:sp>
        <p:nvSpPr>
          <p:cNvPr id="5" name="Rectangle 1">
            <a:extLst>
              <a:ext uri="{FF2B5EF4-FFF2-40B4-BE49-F238E27FC236}">
                <a16:creationId xmlns:a16="http://schemas.microsoft.com/office/drawing/2014/main" id="{556E6710-BDE1-46FE-98F2-20E2D21BE513}"/>
              </a:ext>
            </a:extLst>
          </p:cNvPr>
          <p:cNvSpPr>
            <a:spLocks noChangeArrowheads="1"/>
          </p:cNvSpPr>
          <p:nvPr/>
        </p:nvSpPr>
        <p:spPr bwMode="auto">
          <a:xfrm>
            <a:off x="11437938" y="20874038"/>
            <a:ext cx="25199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CO"/>
          </a:p>
        </p:txBody>
      </p:sp>
      <p:pic>
        <p:nvPicPr>
          <p:cNvPr id="10" name="Imagen 9">
            <a:extLst>
              <a:ext uri="{FF2B5EF4-FFF2-40B4-BE49-F238E27FC236}">
                <a16:creationId xmlns:a16="http://schemas.microsoft.com/office/drawing/2014/main" id="{7AA04250-3B10-486C-8492-F2C9203CEB84}"/>
              </a:ext>
            </a:extLst>
          </p:cNvPr>
          <p:cNvPicPr>
            <a:picLocks noChangeAspect="1"/>
          </p:cNvPicPr>
          <p:nvPr/>
        </p:nvPicPr>
        <p:blipFill rotWithShape="1">
          <a:blip r:embed="rId6"/>
          <a:srcRect l="32023" t="33291" r="18587" b="29339"/>
          <a:stretch/>
        </p:blipFill>
        <p:spPr>
          <a:xfrm>
            <a:off x="12752472" y="19618729"/>
            <a:ext cx="10852540" cy="5838248"/>
          </a:xfrm>
          <a:prstGeom prst="rect">
            <a:avLst/>
          </a:prstGeom>
        </p:spPr>
      </p:pic>
      <p:pic>
        <p:nvPicPr>
          <p:cNvPr id="27" name="Imagen 26">
            <a:extLst>
              <a:ext uri="{FF2B5EF4-FFF2-40B4-BE49-F238E27FC236}">
                <a16:creationId xmlns:a16="http://schemas.microsoft.com/office/drawing/2014/main" id="{457DBAB5-B7F8-4DFB-A210-F02AB4D5A018}"/>
              </a:ext>
            </a:extLst>
          </p:cNvPr>
          <p:cNvPicPr>
            <a:picLocks noChangeAspect="1"/>
          </p:cNvPicPr>
          <p:nvPr/>
        </p:nvPicPr>
        <p:blipFill rotWithShape="1">
          <a:blip r:embed="rId7"/>
          <a:srcRect l="52149" t="39809" r="21442" b="15840"/>
          <a:stretch/>
        </p:blipFill>
        <p:spPr>
          <a:xfrm>
            <a:off x="18959059" y="28870398"/>
            <a:ext cx="4821477" cy="3610682"/>
          </a:xfrm>
          <a:prstGeom prst="rect">
            <a:avLst/>
          </a:prstGeom>
        </p:spPr>
      </p:pic>
      <p:pic>
        <p:nvPicPr>
          <p:cNvPr id="1030" name="Picture 6" descr="▷ Logo del SENA: cómo es, significado y descargar »【2023】">
            <a:extLst>
              <a:ext uri="{FF2B5EF4-FFF2-40B4-BE49-F238E27FC236}">
                <a16:creationId xmlns:a16="http://schemas.microsoft.com/office/drawing/2014/main" id="{CA0D4322-EDE3-4FF2-9A4D-A1ADAD11720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69502" y="1094036"/>
            <a:ext cx="3419475" cy="3343275"/>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n 2">
            <a:extLst>
              <a:ext uri="{FF2B5EF4-FFF2-40B4-BE49-F238E27FC236}">
                <a16:creationId xmlns:a16="http://schemas.microsoft.com/office/drawing/2014/main" id="{67B6DAC3-A73E-464D-BF56-BAF8D69C43C2}"/>
              </a:ext>
            </a:extLst>
          </p:cNvPr>
          <p:cNvPicPr>
            <a:picLocks noChangeAspect="1"/>
          </p:cNvPicPr>
          <p:nvPr/>
        </p:nvPicPr>
        <p:blipFill>
          <a:blip r:embed="rId9"/>
          <a:stretch>
            <a:fillRect/>
          </a:stretch>
        </p:blipFill>
        <p:spPr>
          <a:xfrm>
            <a:off x="1605666" y="20063919"/>
            <a:ext cx="10867487" cy="6112961"/>
          </a:xfrm>
          <a:prstGeom prst="rect">
            <a:avLst/>
          </a:prstGeom>
        </p:spPr>
      </p:pic>
      <p:pic>
        <p:nvPicPr>
          <p:cNvPr id="8" name="Imagen 7">
            <a:extLst>
              <a:ext uri="{FF2B5EF4-FFF2-40B4-BE49-F238E27FC236}">
                <a16:creationId xmlns:a16="http://schemas.microsoft.com/office/drawing/2014/main" id="{1950A41F-468E-495D-92EA-BBD0F3AC5A8B}"/>
              </a:ext>
            </a:extLst>
          </p:cNvPr>
          <p:cNvPicPr>
            <a:picLocks noChangeAspect="1"/>
          </p:cNvPicPr>
          <p:nvPr/>
        </p:nvPicPr>
        <p:blipFill>
          <a:blip r:embed="rId10"/>
          <a:stretch>
            <a:fillRect/>
          </a:stretch>
        </p:blipFill>
        <p:spPr>
          <a:xfrm>
            <a:off x="13426537" y="16075797"/>
            <a:ext cx="5551306" cy="2489518"/>
          </a:xfrm>
          <a:prstGeom prst="rect">
            <a:avLst/>
          </a:prstGeom>
        </p:spPr>
      </p:pic>
      <p:pic>
        <p:nvPicPr>
          <p:cNvPr id="11" name="Imagen 10">
            <a:extLst>
              <a:ext uri="{FF2B5EF4-FFF2-40B4-BE49-F238E27FC236}">
                <a16:creationId xmlns:a16="http://schemas.microsoft.com/office/drawing/2014/main" id="{DFF492F8-79CB-4EA8-B8A4-73E110FAF5AF}"/>
              </a:ext>
            </a:extLst>
          </p:cNvPr>
          <p:cNvPicPr>
            <a:picLocks noChangeAspect="1"/>
          </p:cNvPicPr>
          <p:nvPr/>
        </p:nvPicPr>
        <p:blipFill rotWithShape="1">
          <a:blip r:embed="rId11"/>
          <a:srcRect l="9395" r="9944" b="25348"/>
          <a:stretch/>
        </p:blipFill>
        <p:spPr>
          <a:xfrm>
            <a:off x="19273586" y="16271862"/>
            <a:ext cx="4972185" cy="1961205"/>
          </a:xfrm>
          <a:prstGeom prst="rect">
            <a:avLst/>
          </a:prstGeom>
        </p:spPr>
      </p:pic>
      <p:sp>
        <p:nvSpPr>
          <p:cNvPr id="28" name="CuadroTexto 27">
            <a:extLst>
              <a:ext uri="{FF2B5EF4-FFF2-40B4-BE49-F238E27FC236}">
                <a16:creationId xmlns:a16="http://schemas.microsoft.com/office/drawing/2014/main" id="{3B05DFA3-D956-4A12-B16F-CB09E1B627EB}"/>
              </a:ext>
            </a:extLst>
          </p:cNvPr>
          <p:cNvSpPr txBox="1"/>
          <p:nvPr/>
        </p:nvSpPr>
        <p:spPr>
          <a:xfrm flipH="1">
            <a:off x="2120265" y="27944702"/>
            <a:ext cx="12083414" cy="4708981"/>
          </a:xfrm>
          <a:prstGeom prst="rect">
            <a:avLst/>
          </a:prstGeom>
          <a:noFill/>
        </p:spPr>
        <p:txBody>
          <a:bodyPr wrap="square" rtlCol="0">
            <a:spAutoFit/>
          </a:bodyPr>
          <a:lstStyle/>
          <a:p>
            <a:r>
              <a:rPr lang="es-CO" sz="2000" b="1" i="0" u="none" strike="noStrike" cap="none" dirty="0">
                <a:solidFill>
                  <a:srgbClr val="000000"/>
                </a:solidFill>
                <a:latin typeface="Arial"/>
                <a:ea typeface="Arial"/>
                <a:cs typeface="Arial"/>
                <a:sym typeface="Arial"/>
              </a:rPr>
              <a:t>Impacto social:</a:t>
            </a:r>
            <a:r>
              <a:rPr lang="es-CO" sz="2000" b="0" i="0" u="none" strike="noStrike" cap="none" dirty="0">
                <a:solidFill>
                  <a:srgbClr val="000000"/>
                </a:solidFill>
                <a:latin typeface="Arial"/>
                <a:ea typeface="Arial"/>
                <a:cs typeface="Arial"/>
                <a:sym typeface="Arial"/>
              </a:rPr>
              <a:t> </a:t>
            </a:r>
            <a:r>
              <a:rPr lang="es-CO" sz="2000" dirty="0">
                <a:effectLst/>
                <a:latin typeface="Arial" panose="020B0604020202020204" pitchFamily="34" charset="0"/>
                <a:ea typeface="Times New Roman" panose="02020603050405020304" pitchFamily="18" charset="0"/>
              </a:rPr>
              <a:t>La implementación del sistema contribuye a la modernización del sector inmobiliario, especialmente para agentes independientes y pequeñas empresas que no cuentan con herramientas tecnológicas propias. La plataforma mejora la organización de la información, facilita la comunicación con los clientes y aumenta la visibilidad de los inmuebles disponibles.</a:t>
            </a:r>
            <a:endParaRPr lang="es-CO" sz="2000" dirty="0">
              <a:effectLst/>
              <a:latin typeface="Times New Roman" panose="02020603050405020304" pitchFamily="18" charset="0"/>
              <a:ea typeface="Times New Roman" panose="02020603050405020304" pitchFamily="18" charset="0"/>
            </a:endParaRPr>
          </a:p>
          <a:p>
            <a:r>
              <a:rPr lang="es-CO" sz="2000" dirty="0">
                <a:effectLst/>
                <a:latin typeface="Arial" panose="020B0604020202020204" pitchFamily="34" charset="0"/>
                <a:ea typeface="Times New Roman" panose="02020603050405020304" pitchFamily="18" charset="0"/>
              </a:rPr>
              <a:t>Asimismo, permite a los usuarios acceder a la información de manera rápida y eficiente, mejorando su experiencia en la búsqueda de propiedades. En el contexto educativo, el proyecto fortalece las competencias digitales de los aprendices, fomentando el uso de tecnologías en la solución de problemas reales.</a:t>
            </a:r>
            <a:endParaRPr lang="es-CO" sz="2000" dirty="0">
              <a:effectLst/>
              <a:latin typeface="Times New Roman" panose="02020603050405020304" pitchFamily="18" charset="0"/>
              <a:ea typeface="Times New Roman" panose="02020603050405020304" pitchFamily="18" charset="0"/>
            </a:endParaRPr>
          </a:p>
          <a:p>
            <a:r>
              <a:rPr lang="es-CO" sz="2000" b="1" i="0" u="none" strike="noStrike" cap="none" dirty="0">
                <a:solidFill>
                  <a:srgbClr val="000000"/>
                </a:solidFill>
                <a:latin typeface="Arial"/>
                <a:ea typeface="Arial"/>
                <a:cs typeface="Arial"/>
                <a:sym typeface="Arial"/>
              </a:rPr>
              <a:t>Impacto ambiental:</a:t>
            </a:r>
            <a:r>
              <a:rPr lang="es-CO" sz="2000" b="0" i="0" u="none" strike="noStrike" cap="none" dirty="0">
                <a:solidFill>
                  <a:srgbClr val="000000"/>
                </a:solidFill>
                <a:latin typeface="Arial"/>
                <a:ea typeface="Arial"/>
                <a:cs typeface="Arial"/>
                <a:sym typeface="Arial"/>
              </a:rPr>
              <a:t> </a:t>
            </a:r>
            <a:r>
              <a:rPr lang="es-CO" sz="2000" dirty="0">
                <a:effectLst/>
                <a:latin typeface="Arial" panose="020B0604020202020204" pitchFamily="34" charset="0"/>
                <a:ea typeface="Times New Roman" panose="02020603050405020304" pitchFamily="18" charset="0"/>
              </a:rPr>
              <a:t>El proyecto promueve la reducción del uso de papel al digitalizar procesos como el registro de propiedades y la gestión de solicitudes. Esto contribuye a disminuir el impacto ambiental asociado a la impresión de documentos físicos.</a:t>
            </a:r>
            <a:endParaRPr lang="es-CO" sz="2000" dirty="0">
              <a:effectLst/>
              <a:latin typeface="Times New Roman" panose="02020603050405020304" pitchFamily="18" charset="0"/>
              <a:ea typeface="Times New Roman" panose="02020603050405020304" pitchFamily="18" charset="0"/>
            </a:endParaRPr>
          </a:p>
          <a:p>
            <a:r>
              <a:rPr lang="es-CO" sz="2000" dirty="0">
                <a:effectLst/>
                <a:latin typeface="Arial" panose="020B0604020202020204" pitchFamily="34" charset="0"/>
                <a:ea typeface="Times New Roman" panose="02020603050405020304" pitchFamily="18" charset="0"/>
              </a:rPr>
              <a:t>Además, al trabajar en entornos digitales y utilizar herramientas de software libre, se optimiza el uso de recursos tecnológicos. Se recomienda el uso responsable de equipos electrónicos y una adecuada gestión de residuos tecnológicos, fomentando prácticas sostenibles como el reciclaje de dispositivos.</a:t>
            </a:r>
            <a:endParaRPr lang="es-CO" sz="2000" dirty="0">
              <a:effectLst/>
              <a:latin typeface="Times New Roman" panose="02020603050405020304" pitchFamily="18" charset="0"/>
              <a:ea typeface="Times New Roman" panose="02020603050405020304" pitchFamily="18" charset="0"/>
            </a:endParaRPr>
          </a:p>
          <a:p>
            <a:endParaRPr lang="es-CO" sz="2000" dirty="0"/>
          </a:p>
        </p:txBody>
      </p:sp>
    </p:spTree>
  </p:cSld>
  <p:clrMapOvr>
    <a:masterClrMapping/>
  </p:clrMapOvr>
</p:sld>
</file>

<file path=ppt/theme/theme1.xml><?xml version="1.0" encoding="utf-8"?>
<a:theme xmlns:a="http://schemas.openxmlformats.org/drawingml/2006/main" name="Modèle par défaut">
  <a:themeElements>
    <a:clrScheme name="Tema de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303</TotalTime>
  <Words>833</Words>
  <Application>Microsoft Office PowerPoint</Application>
  <PresentationFormat>Personalizado</PresentationFormat>
  <Paragraphs>38</Paragraphs>
  <Slides>1</Slides>
  <Notes>1</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vt:i4>
      </vt:variant>
    </vt:vector>
  </HeadingPairs>
  <TitlesOfParts>
    <vt:vector size="8" baseType="lpstr">
      <vt:lpstr>Arial</vt:lpstr>
      <vt:lpstr>Arial Black</vt:lpstr>
      <vt:lpstr>Arial Narrow</vt:lpstr>
      <vt:lpstr>Calibri</vt:lpstr>
      <vt:lpstr>Times New Roman</vt:lpstr>
      <vt:lpstr>Work Sans</vt:lpstr>
      <vt:lpstr>Modèle par défaut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Kely</dc:creator>
  <cp:lastModifiedBy>Simon Sepulveda</cp:lastModifiedBy>
  <cp:revision>26</cp:revision>
  <dcterms:modified xsi:type="dcterms:W3CDTF">2026-07-11T22:12:59Z</dcterms:modified>
</cp:coreProperties>
</file>